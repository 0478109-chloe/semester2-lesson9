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5" r:id="rId1"/>
  </p:sldMasterIdLst>
  <p:notesMasterIdLst>
    <p:notesMasterId r:id="rId16"/>
  </p:notesMasterIdLst>
  <p:sldIdLst>
    <p:sldId id="256" r:id="rId2"/>
    <p:sldId id="381" r:id="rId3"/>
    <p:sldId id="386" r:id="rId4"/>
    <p:sldId id="387" r:id="rId5"/>
    <p:sldId id="388" r:id="rId6"/>
    <p:sldId id="389" r:id="rId7"/>
    <p:sldId id="384" r:id="rId8"/>
    <p:sldId id="390" r:id="rId9"/>
    <p:sldId id="391" r:id="rId10"/>
    <p:sldId id="392" r:id="rId11"/>
    <p:sldId id="393" r:id="rId12"/>
    <p:sldId id="394" r:id="rId13"/>
    <p:sldId id="395" r:id="rId14"/>
    <p:sldId id="385" r:id="rId15"/>
  </p:sldIdLst>
  <p:sldSz cx="9144000" cy="5143500" type="screen16x9"/>
  <p:notesSz cx="6858000" cy="9144000"/>
  <p:embeddedFontLst>
    <p:embeddedFont>
      <p:font typeface="Amatic SC" panose="02010600030101010101" charset="-79"/>
      <p:regular r:id="rId17"/>
      <p:bold r:id="rId18"/>
    </p:embeddedFont>
    <p:embeddedFont>
      <p:font typeface="Didact Gothic" panose="02010600030101010101" charset="0"/>
      <p:regular r:id="rId1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47C7E8B-EC61-4B47-833F-6E38ABF43110}">
  <a:tblStyle styleId="{D47C7E8B-EC61-4B47-833F-6E38ABF4311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9" d="100"/>
          <a:sy n="79" d="100"/>
        </p:scale>
        <p:origin x="920"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93624085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6"/>
        <p:cNvGrpSpPr/>
        <p:nvPr/>
      </p:nvGrpSpPr>
      <p:grpSpPr>
        <a:xfrm>
          <a:off x="0" y="0"/>
          <a:ext cx="0" cy="0"/>
          <a:chOff x="0" y="0"/>
          <a:chExt cx="0" cy="0"/>
        </a:xfrm>
      </p:grpSpPr>
      <p:sp>
        <p:nvSpPr>
          <p:cNvPr id="2777" name="Google Shape;2777;gb42fc8fb7c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78" name="Google Shape;2778;gb42fc8fb7c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gb88de76cc8_2_2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6" name="Google Shape;2986;gb88de76cc8_2_2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05109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gb88de76cc8_2_2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6" name="Google Shape;2986;gb88de76cc8_2_2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7240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gb88de76cc8_2_2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6" name="Google Shape;2986;gb88de76cc8_2_2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09168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gb88de76cc8_2_2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6" name="Google Shape;2986;gb88de76cc8_2_2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526851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gb88de76cc8_2_2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6" name="Google Shape;2986;gb88de76cc8_2_2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2255744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gb88de76cc8_2_2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6" name="Google Shape;2986;gb88de76cc8_2_2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05109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gb88de76cc8_2_2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6" name="Google Shape;2986;gb88de76cc8_2_2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329658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gb88de76cc8_2_2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6" name="Google Shape;2986;gb88de76cc8_2_2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771407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gb88de76cc8_2_2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6" name="Google Shape;2986;gb88de76cc8_2_2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722481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gb88de76cc8_2_2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6" name="Google Shape;2986;gb88de76cc8_2_2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698004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gb88de76cc8_2_2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6" name="Google Shape;2986;gb88de76cc8_2_2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70546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gb88de76cc8_2_2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6" name="Google Shape;2986;gb88de76cc8_2_2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785552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4"/>
        <p:cNvGrpSpPr/>
        <p:nvPr/>
      </p:nvGrpSpPr>
      <p:grpSpPr>
        <a:xfrm>
          <a:off x="0" y="0"/>
          <a:ext cx="0" cy="0"/>
          <a:chOff x="0" y="0"/>
          <a:chExt cx="0" cy="0"/>
        </a:xfrm>
      </p:grpSpPr>
      <p:sp>
        <p:nvSpPr>
          <p:cNvPr id="2985" name="Google Shape;2985;gb88de76cc8_2_23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6" name="Google Shape;2986;gb88de76cc8_2_23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0051096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rot="25">
            <a:off x="2392986" y="1928555"/>
            <a:ext cx="4276363" cy="1602666"/>
          </a:xfrm>
          <a:custGeom>
            <a:avLst/>
            <a:gdLst/>
            <a:ahLst/>
            <a:cxnLst/>
            <a:rect l="l" t="t" r="r" b="b"/>
            <a:pathLst>
              <a:path w="12626" h="11775" extrusionOk="0">
                <a:moveTo>
                  <a:pt x="6401" y="0"/>
                </a:moveTo>
                <a:cubicBezTo>
                  <a:pt x="3246" y="0"/>
                  <a:pt x="0" y="2876"/>
                  <a:pt x="0" y="6031"/>
                </a:cubicBezTo>
                <a:cubicBezTo>
                  <a:pt x="0" y="9187"/>
                  <a:pt x="3114" y="11775"/>
                  <a:pt x="6270" y="11775"/>
                </a:cubicBezTo>
                <a:cubicBezTo>
                  <a:pt x="9425" y="11775"/>
                  <a:pt x="12626" y="9029"/>
                  <a:pt x="12626" y="5874"/>
                </a:cubicBezTo>
                <a:cubicBezTo>
                  <a:pt x="12626" y="2718"/>
                  <a:pt x="9557" y="0"/>
                  <a:pt x="64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 name="Google Shape;10;p2"/>
          <p:cNvGrpSpPr/>
          <p:nvPr/>
        </p:nvGrpSpPr>
        <p:grpSpPr>
          <a:xfrm rot="1847120">
            <a:off x="7536181" y="807815"/>
            <a:ext cx="515156" cy="500520"/>
            <a:chOff x="8667201" y="2266387"/>
            <a:chExt cx="389754" cy="378681"/>
          </a:xfrm>
        </p:grpSpPr>
        <p:sp>
          <p:nvSpPr>
            <p:cNvPr id="11" name="Google Shape;11;p2"/>
            <p:cNvSpPr/>
            <p:nvPr/>
          </p:nvSpPr>
          <p:spPr>
            <a:xfrm>
              <a:off x="8667201" y="2268670"/>
              <a:ext cx="389754" cy="376398"/>
            </a:xfrm>
            <a:custGeom>
              <a:avLst/>
              <a:gdLst/>
              <a:ahLst/>
              <a:cxnLst/>
              <a:rect l="l" t="t" r="r" b="b"/>
              <a:pathLst>
                <a:path w="8025" h="7750" extrusionOk="0">
                  <a:moveTo>
                    <a:pt x="3489" y="0"/>
                  </a:moveTo>
                  <a:cubicBezTo>
                    <a:pt x="3483" y="0"/>
                    <a:pt x="3478" y="4"/>
                    <a:pt x="3475" y="11"/>
                  </a:cubicBezTo>
                  <a:cubicBezTo>
                    <a:pt x="3350" y="271"/>
                    <a:pt x="2826" y="5218"/>
                    <a:pt x="2826" y="5218"/>
                  </a:cubicBezTo>
                  <a:cubicBezTo>
                    <a:pt x="2826" y="5218"/>
                    <a:pt x="595" y="4032"/>
                    <a:pt x="108" y="4032"/>
                  </a:cubicBezTo>
                  <a:cubicBezTo>
                    <a:pt x="34" y="4032"/>
                    <a:pt x="1" y="4060"/>
                    <a:pt x="22" y="4123"/>
                  </a:cubicBezTo>
                  <a:cubicBezTo>
                    <a:pt x="184" y="4604"/>
                    <a:pt x="2826" y="7750"/>
                    <a:pt x="2826" y="7750"/>
                  </a:cubicBezTo>
                  <a:lnTo>
                    <a:pt x="7436" y="6377"/>
                  </a:lnTo>
                  <a:cubicBezTo>
                    <a:pt x="7436" y="6377"/>
                    <a:pt x="8024" y="1403"/>
                    <a:pt x="7436" y="1092"/>
                  </a:cubicBezTo>
                  <a:cubicBezTo>
                    <a:pt x="7413" y="1079"/>
                    <a:pt x="7388" y="1073"/>
                    <a:pt x="7363" y="1073"/>
                  </a:cubicBezTo>
                  <a:cubicBezTo>
                    <a:pt x="6765" y="1073"/>
                    <a:pt x="5783" y="4498"/>
                    <a:pt x="5783" y="4498"/>
                  </a:cubicBezTo>
                  <a:cubicBezTo>
                    <a:pt x="5783" y="4498"/>
                    <a:pt x="3712" y="0"/>
                    <a:pt x="348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8679779" y="2323259"/>
              <a:ext cx="82613" cy="78728"/>
            </a:xfrm>
            <a:custGeom>
              <a:avLst/>
              <a:gdLst/>
              <a:ahLst/>
              <a:cxnLst/>
              <a:rect l="l" t="t" r="r" b="b"/>
              <a:pathLst>
                <a:path w="1701" h="1621" extrusionOk="0">
                  <a:moveTo>
                    <a:pt x="407" y="0"/>
                  </a:moveTo>
                  <a:cubicBezTo>
                    <a:pt x="199" y="0"/>
                    <a:pt x="1" y="196"/>
                    <a:pt x="138" y="421"/>
                  </a:cubicBezTo>
                  <a:cubicBezTo>
                    <a:pt x="276" y="647"/>
                    <a:pt x="489" y="836"/>
                    <a:pt x="672" y="1026"/>
                  </a:cubicBezTo>
                  <a:cubicBezTo>
                    <a:pt x="858" y="1218"/>
                    <a:pt x="1071" y="1441"/>
                    <a:pt x="1294" y="1587"/>
                  </a:cubicBezTo>
                  <a:cubicBezTo>
                    <a:pt x="1330" y="1610"/>
                    <a:pt x="1368" y="1620"/>
                    <a:pt x="1406" y="1620"/>
                  </a:cubicBezTo>
                  <a:cubicBezTo>
                    <a:pt x="1562" y="1620"/>
                    <a:pt x="1701" y="1439"/>
                    <a:pt x="1622" y="1286"/>
                  </a:cubicBezTo>
                  <a:cubicBezTo>
                    <a:pt x="1493" y="1029"/>
                    <a:pt x="1266" y="779"/>
                    <a:pt x="1074" y="570"/>
                  </a:cubicBezTo>
                  <a:cubicBezTo>
                    <a:pt x="922" y="404"/>
                    <a:pt x="773" y="191"/>
                    <a:pt x="591" y="59"/>
                  </a:cubicBezTo>
                  <a:cubicBezTo>
                    <a:pt x="535" y="18"/>
                    <a:pt x="470" y="0"/>
                    <a:pt x="407"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8919310" y="2266387"/>
              <a:ext cx="28169" cy="90773"/>
            </a:xfrm>
            <a:custGeom>
              <a:avLst/>
              <a:gdLst/>
              <a:ahLst/>
              <a:cxnLst/>
              <a:rect l="l" t="t" r="r" b="b"/>
              <a:pathLst>
                <a:path w="580" h="1869" extrusionOk="0">
                  <a:moveTo>
                    <a:pt x="329" y="1"/>
                  </a:moveTo>
                  <a:cubicBezTo>
                    <a:pt x="1" y="1"/>
                    <a:pt x="58" y="534"/>
                    <a:pt x="52" y="781"/>
                  </a:cubicBezTo>
                  <a:cubicBezTo>
                    <a:pt x="45" y="964"/>
                    <a:pt x="28" y="1166"/>
                    <a:pt x="59" y="1349"/>
                  </a:cubicBezTo>
                  <a:cubicBezTo>
                    <a:pt x="93" y="1561"/>
                    <a:pt x="201" y="1677"/>
                    <a:pt x="332" y="1836"/>
                  </a:cubicBezTo>
                  <a:cubicBezTo>
                    <a:pt x="352" y="1859"/>
                    <a:pt x="373" y="1869"/>
                    <a:pt x="394" y="1869"/>
                  </a:cubicBezTo>
                  <a:cubicBezTo>
                    <a:pt x="440" y="1869"/>
                    <a:pt x="477" y="1816"/>
                    <a:pt x="454" y="1754"/>
                  </a:cubicBezTo>
                  <a:cubicBezTo>
                    <a:pt x="427" y="1673"/>
                    <a:pt x="491" y="1521"/>
                    <a:pt x="502" y="1430"/>
                  </a:cubicBezTo>
                  <a:cubicBezTo>
                    <a:pt x="514" y="1298"/>
                    <a:pt x="514" y="1166"/>
                    <a:pt x="522" y="1034"/>
                  </a:cubicBezTo>
                  <a:cubicBezTo>
                    <a:pt x="532" y="774"/>
                    <a:pt x="559" y="510"/>
                    <a:pt x="572" y="251"/>
                  </a:cubicBezTo>
                  <a:cubicBezTo>
                    <a:pt x="579" y="149"/>
                    <a:pt x="522" y="37"/>
                    <a:pt x="413" y="11"/>
                  </a:cubicBezTo>
                  <a:cubicBezTo>
                    <a:pt x="383" y="4"/>
                    <a:pt x="355" y="1"/>
                    <a:pt x="32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 name="Google Shape;14;p2"/>
          <p:cNvSpPr/>
          <p:nvPr/>
        </p:nvSpPr>
        <p:spPr>
          <a:xfrm>
            <a:off x="8449228" y="1205097"/>
            <a:ext cx="394320" cy="342692"/>
          </a:xfrm>
          <a:custGeom>
            <a:avLst/>
            <a:gdLst/>
            <a:ahLst/>
            <a:cxnLst/>
            <a:rect l="l" t="t" r="r" b="b"/>
            <a:pathLst>
              <a:path w="8119" h="7056" extrusionOk="0">
                <a:moveTo>
                  <a:pt x="4366" y="0"/>
                </a:moveTo>
                <a:cubicBezTo>
                  <a:pt x="4363" y="0"/>
                  <a:pt x="4360" y="0"/>
                  <a:pt x="4357" y="0"/>
                </a:cubicBezTo>
                <a:cubicBezTo>
                  <a:pt x="3867" y="24"/>
                  <a:pt x="3232" y="2454"/>
                  <a:pt x="3232" y="2454"/>
                </a:cubicBezTo>
                <a:cubicBezTo>
                  <a:pt x="3232" y="2454"/>
                  <a:pt x="2054" y="2337"/>
                  <a:pt x="1183" y="2337"/>
                </a:cubicBezTo>
                <a:cubicBezTo>
                  <a:pt x="748" y="2337"/>
                  <a:pt x="389" y="2366"/>
                  <a:pt x="292" y="2454"/>
                </a:cubicBezTo>
                <a:cubicBezTo>
                  <a:pt x="1" y="2721"/>
                  <a:pt x="2546" y="4430"/>
                  <a:pt x="2546" y="4430"/>
                </a:cubicBezTo>
                <a:cubicBezTo>
                  <a:pt x="2546" y="4430"/>
                  <a:pt x="1613" y="6684"/>
                  <a:pt x="2056" y="6975"/>
                </a:cubicBezTo>
                <a:cubicBezTo>
                  <a:pt x="2088" y="6997"/>
                  <a:pt x="2128" y="7007"/>
                  <a:pt x="2174" y="7007"/>
                </a:cubicBezTo>
                <a:cubicBezTo>
                  <a:pt x="2757" y="7007"/>
                  <a:pt x="4357" y="5411"/>
                  <a:pt x="4357" y="5411"/>
                </a:cubicBezTo>
                <a:cubicBezTo>
                  <a:pt x="4357" y="5411"/>
                  <a:pt x="6235" y="7055"/>
                  <a:pt x="6745" y="7055"/>
                </a:cubicBezTo>
                <a:cubicBezTo>
                  <a:pt x="6794" y="7055"/>
                  <a:pt x="6830" y="7041"/>
                  <a:pt x="6851" y="7008"/>
                </a:cubicBezTo>
                <a:cubicBezTo>
                  <a:pt x="7097" y="6634"/>
                  <a:pt x="6070" y="4089"/>
                  <a:pt x="6070" y="4089"/>
                </a:cubicBezTo>
                <a:cubicBezTo>
                  <a:pt x="6070" y="4089"/>
                  <a:pt x="8118" y="2876"/>
                  <a:pt x="8047" y="2454"/>
                </a:cubicBezTo>
                <a:cubicBezTo>
                  <a:pt x="8014" y="2260"/>
                  <a:pt x="7474" y="2207"/>
                  <a:pt x="6903" y="2207"/>
                </a:cubicBezTo>
                <a:cubicBezTo>
                  <a:pt x="6240" y="2207"/>
                  <a:pt x="5536" y="2278"/>
                  <a:pt x="5536" y="2278"/>
                </a:cubicBezTo>
                <a:cubicBezTo>
                  <a:pt x="5536" y="2278"/>
                  <a:pt x="4947" y="0"/>
                  <a:pt x="43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 name="Google Shape;15;p2"/>
          <p:cNvGrpSpPr/>
          <p:nvPr/>
        </p:nvGrpSpPr>
        <p:grpSpPr>
          <a:xfrm>
            <a:off x="7267002" y="3579713"/>
            <a:ext cx="1614292" cy="1454243"/>
            <a:chOff x="7150051" y="3491912"/>
            <a:chExt cx="1632742" cy="1471012"/>
          </a:xfrm>
        </p:grpSpPr>
        <p:sp>
          <p:nvSpPr>
            <p:cNvPr id="16" name="Google Shape;16;p2"/>
            <p:cNvSpPr/>
            <p:nvPr/>
          </p:nvSpPr>
          <p:spPr>
            <a:xfrm>
              <a:off x="7539508" y="4223763"/>
              <a:ext cx="178291" cy="114522"/>
            </a:xfrm>
            <a:custGeom>
              <a:avLst/>
              <a:gdLst/>
              <a:ahLst/>
              <a:cxnLst/>
              <a:rect l="l" t="t" r="r" b="b"/>
              <a:pathLst>
                <a:path w="3671" h="2358" extrusionOk="0">
                  <a:moveTo>
                    <a:pt x="1752" y="0"/>
                  </a:moveTo>
                  <a:cubicBezTo>
                    <a:pt x="1254" y="0"/>
                    <a:pt x="810" y="189"/>
                    <a:pt x="561" y="745"/>
                  </a:cubicBezTo>
                  <a:cubicBezTo>
                    <a:pt x="0" y="1994"/>
                    <a:pt x="1577" y="2357"/>
                    <a:pt x="2707" y="2357"/>
                  </a:cubicBezTo>
                  <a:cubicBezTo>
                    <a:pt x="3025" y="2357"/>
                    <a:pt x="3309" y="2329"/>
                    <a:pt x="3498" y="2282"/>
                  </a:cubicBezTo>
                  <a:cubicBezTo>
                    <a:pt x="3502" y="2281"/>
                    <a:pt x="3505" y="2281"/>
                    <a:pt x="3509" y="2281"/>
                  </a:cubicBezTo>
                  <a:cubicBezTo>
                    <a:pt x="3526" y="2281"/>
                    <a:pt x="3536" y="2295"/>
                    <a:pt x="3539" y="2312"/>
                  </a:cubicBezTo>
                  <a:cubicBezTo>
                    <a:pt x="3586" y="2292"/>
                    <a:pt x="3634" y="2272"/>
                    <a:pt x="3670" y="2252"/>
                  </a:cubicBezTo>
                  <a:cubicBezTo>
                    <a:pt x="3647" y="1651"/>
                    <a:pt x="3630" y="1076"/>
                    <a:pt x="3620" y="542"/>
                  </a:cubicBezTo>
                  <a:cubicBezTo>
                    <a:pt x="3100" y="302"/>
                    <a:pt x="2383" y="0"/>
                    <a:pt x="17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7169430" y="3510853"/>
              <a:ext cx="1594957" cy="1433033"/>
            </a:xfrm>
            <a:custGeom>
              <a:avLst/>
              <a:gdLst/>
              <a:ahLst/>
              <a:cxnLst/>
              <a:rect l="l" t="t" r="r" b="b"/>
              <a:pathLst>
                <a:path w="32840" h="29506" extrusionOk="0">
                  <a:moveTo>
                    <a:pt x="13105" y="3339"/>
                  </a:moveTo>
                  <a:cubicBezTo>
                    <a:pt x="13531" y="3339"/>
                    <a:pt x="13876" y="3684"/>
                    <a:pt x="13876" y="4113"/>
                  </a:cubicBezTo>
                  <a:cubicBezTo>
                    <a:pt x="13876" y="4539"/>
                    <a:pt x="13531" y="4887"/>
                    <a:pt x="13105" y="4887"/>
                  </a:cubicBezTo>
                  <a:cubicBezTo>
                    <a:pt x="12676" y="4887"/>
                    <a:pt x="12331" y="4539"/>
                    <a:pt x="12331" y="4113"/>
                  </a:cubicBezTo>
                  <a:cubicBezTo>
                    <a:pt x="12331" y="3684"/>
                    <a:pt x="12676" y="3339"/>
                    <a:pt x="13105" y="3339"/>
                  </a:cubicBezTo>
                  <a:close/>
                  <a:moveTo>
                    <a:pt x="26801" y="21271"/>
                  </a:moveTo>
                  <a:cubicBezTo>
                    <a:pt x="26924" y="21271"/>
                    <a:pt x="27045" y="21304"/>
                    <a:pt x="27136" y="21371"/>
                  </a:cubicBezTo>
                  <a:cubicBezTo>
                    <a:pt x="27153" y="21385"/>
                    <a:pt x="27166" y="21415"/>
                    <a:pt x="27173" y="21449"/>
                  </a:cubicBezTo>
                  <a:cubicBezTo>
                    <a:pt x="27186" y="21452"/>
                    <a:pt x="27203" y="21455"/>
                    <a:pt x="27217" y="21463"/>
                  </a:cubicBezTo>
                  <a:cubicBezTo>
                    <a:pt x="27220" y="21433"/>
                    <a:pt x="27231" y="21407"/>
                    <a:pt x="27255" y="21407"/>
                  </a:cubicBezTo>
                  <a:cubicBezTo>
                    <a:pt x="27259" y="21407"/>
                    <a:pt x="27263" y="21407"/>
                    <a:pt x="27267" y="21408"/>
                  </a:cubicBezTo>
                  <a:cubicBezTo>
                    <a:pt x="27515" y="21459"/>
                    <a:pt x="27846" y="21831"/>
                    <a:pt x="27713" y="22098"/>
                  </a:cubicBezTo>
                  <a:cubicBezTo>
                    <a:pt x="27651" y="22228"/>
                    <a:pt x="27502" y="22272"/>
                    <a:pt x="27334" y="22272"/>
                  </a:cubicBezTo>
                  <a:cubicBezTo>
                    <a:pt x="27110" y="22272"/>
                    <a:pt x="26853" y="22194"/>
                    <a:pt x="26724" y="22138"/>
                  </a:cubicBezTo>
                  <a:cubicBezTo>
                    <a:pt x="26490" y="22040"/>
                    <a:pt x="26200" y="21811"/>
                    <a:pt x="26331" y="21527"/>
                  </a:cubicBezTo>
                  <a:cubicBezTo>
                    <a:pt x="26410" y="21355"/>
                    <a:pt x="26607" y="21271"/>
                    <a:pt x="26801" y="21271"/>
                  </a:cubicBezTo>
                  <a:close/>
                  <a:moveTo>
                    <a:pt x="25178" y="22293"/>
                  </a:moveTo>
                  <a:cubicBezTo>
                    <a:pt x="25323" y="22293"/>
                    <a:pt x="25464" y="22317"/>
                    <a:pt x="25578" y="22361"/>
                  </a:cubicBezTo>
                  <a:cubicBezTo>
                    <a:pt x="25598" y="22368"/>
                    <a:pt x="25609" y="22392"/>
                    <a:pt x="25619" y="22419"/>
                  </a:cubicBezTo>
                  <a:cubicBezTo>
                    <a:pt x="25706" y="22433"/>
                    <a:pt x="25795" y="22456"/>
                    <a:pt x="25876" y="22483"/>
                  </a:cubicBezTo>
                  <a:cubicBezTo>
                    <a:pt x="25876" y="22447"/>
                    <a:pt x="25887" y="22415"/>
                    <a:pt x="25922" y="22415"/>
                  </a:cubicBezTo>
                  <a:cubicBezTo>
                    <a:pt x="25929" y="22415"/>
                    <a:pt x="25937" y="22416"/>
                    <a:pt x="25946" y="22419"/>
                  </a:cubicBezTo>
                  <a:cubicBezTo>
                    <a:pt x="26335" y="22558"/>
                    <a:pt x="26639" y="23061"/>
                    <a:pt x="26301" y="23406"/>
                  </a:cubicBezTo>
                  <a:cubicBezTo>
                    <a:pt x="26124" y="23585"/>
                    <a:pt x="25848" y="23661"/>
                    <a:pt x="25569" y="23661"/>
                  </a:cubicBezTo>
                  <a:cubicBezTo>
                    <a:pt x="25318" y="23661"/>
                    <a:pt x="25065" y="23599"/>
                    <a:pt x="24879" y="23497"/>
                  </a:cubicBezTo>
                  <a:cubicBezTo>
                    <a:pt x="24588" y="23335"/>
                    <a:pt x="24138" y="22888"/>
                    <a:pt x="24456" y="22550"/>
                  </a:cubicBezTo>
                  <a:cubicBezTo>
                    <a:pt x="24621" y="22375"/>
                    <a:pt x="24908" y="22293"/>
                    <a:pt x="25178" y="22293"/>
                  </a:cubicBezTo>
                  <a:close/>
                  <a:moveTo>
                    <a:pt x="2673" y="1"/>
                  </a:moveTo>
                  <a:cubicBezTo>
                    <a:pt x="1946" y="1"/>
                    <a:pt x="1401" y="144"/>
                    <a:pt x="997" y="494"/>
                  </a:cubicBezTo>
                  <a:cubicBezTo>
                    <a:pt x="284" y="1109"/>
                    <a:pt x="1" y="2424"/>
                    <a:pt x="105" y="4627"/>
                  </a:cubicBezTo>
                  <a:cubicBezTo>
                    <a:pt x="152" y="5671"/>
                    <a:pt x="348" y="6546"/>
                    <a:pt x="642" y="7296"/>
                  </a:cubicBezTo>
                  <a:cubicBezTo>
                    <a:pt x="852" y="6935"/>
                    <a:pt x="1183" y="6577"/>
                    <a:pt x="1369" y="6323"/>
                  </a:cubicBezTo>
                  <a:cubicBezTo>
                    <a:pt x="1396" y="6286"/>
                    <a:pt x="1438" y="6272"/>
                    <a:pt x="1483" y="6272"/>
                  </a:cubicBezTo>
                  <a:cubicBezTo>
                    <a:pt x="1539" y="6272"/>
                    <a:pt x="1598" y="6294"/>
                    <a:pt x="1636" y="6320"/>
                  </a:cubicBezTo>
                  <a:cubicBezTo>
                    <a:pt x="2183" y="6699"/>
                    <a:pt x="2724" y="7087"/>
                    <a:pt x="3258" y="7479"/>
                  </a:cubicBezTo>
                  <a:cubicBezTo>
                    <a:pt x="3694" y="7094"/>
                    <a:pt x="4126" y="6712"/>
                    <a:pt x="4563" y="6326"/>
                  </a:cubicBezTo>
                  <a:cubicBezTo>
                    <a:pt x="4600" y="6292"/>
                    <a:pt x="4647" y="6278"/>
                    <a:pt x="4695" y="6278"/>
                  </a:cubicBezTo>
                  <a:cubicBezTo>
                    <a:pt x="4756" y="6278"/>
                    <a:pt x="4819" y="6301"/>
                    <a:pt x="4867" y="6337"/>
                  </a:cubicBezTo>
                  <a:cubicBezTo>
                    <a:pt x="5340" y="6695"/>
                    <a:pt x="5812" y="7053"/>
                    <a:pt x="6289" y="7412"/>
                  </a:cubicBezTo>
                  <a:cubicBezTo>
                    <a:pt x="6644" y="6945"/>
                    <a:pt x="6921" y="6451"/>
                    <a:pt x="7191" y="5928"/>
                  </a:cubicBezTo>
                  <a:cubicBezTo>
                    <a:pt x="7220" y="5871"/>
                    <a:pt x="7301" y="5842"/>
                    <a:pt x="7370" y="5842"/>
                  </a:cubicBezTo>
                  <a:cubicBezTo>
                    <a:pt x="7391" y="5842"/>
                    <a:pt x="7411" y="5845"/>
                    <a:pt x="7428" y="5850"/>
                  </a:cubicBezTo>
                  <a:cubicBezTo>
                    <a:pt x="7969" y="6043"/>
                    <a:pt x="8503" y="6225"/>
                    <a:pt x="9057" y="6354"/>
                  </a:cubicBezTo>
                  <a:cubicBezTo>
                    <a:pt x="9250" y="5766"/>
                    <a:pt x="9354" y="5171"/>
                    <a:pt x="9520" y="4573"/>
                  </a:cubicBezTo>
                  <a:cubicBezTo>
                    <a:pt x="9542" y="4490"/>
                    <a:pt x="9611" y="4455"/>
                    <a:pt x="9686" y="4455"/>
                  </a:cubicBezTo>
                  <a:cubicBezTo>
                    <a:pt x="9813" y="4455"/>
                    <a:pt x="9958" y="4556"/>
                    <a:pt x="9928" y="4698"/>
                  </a:cubicBezTo>
                  <a:cubicBezTo>
                    <a:pt x="9797" y="5353"/>
                    <a:pt x="9655" y="5999"/>
                    <a:pt x="9429" y="6631"/>
                  </a:cubicBezTo>
                  <a:cubicBezTo>
                    <a:pt x="9399" y="6719"/>
                    <a:pt x="9323" y="6756"/>
                    <a:pt x="9239" y="6756"/>
                  </a:cubicBezTo>
                  <a:cubicBezTo>
                    <a:pt x="9217" y="6756"/>
                    <a:pt x="9194" y="6754"/>
                    <a:pt x="9172" y="6749"/>
                  </a:cubicBezTo>
                  <a:cubicBezTo>
                    <a:pt x="8810" y="6678"/>
                    <a:pt x="8456" y="6587"/>
                    <a:pt x="8104" y="6468"/>
                  </a:cubicBezTo>
                  <a:cubicBezTo>
                    <a:pt x="7945" y="6418"/>
                    <a:pt x="7756" y="6381"/>
                    <a:pt x="7614" y="6296"/>
                  </a:cubicBezTo>
                  <a:cubicBezTo>
                    <a:pt x="7553" y="6262"/>
                    <a:pt x="7512" y="6249"/>
                    <a:pt x="7482" y="6242"/>
                  </a:cubicBezTo>
                  <a:cubicBezTo>
                    <a:pt x="7333" y="6431"/>
                    <a:pt x="7235" y="6800"/>
                    <a:pt x="7121" y="6989"/>
                  </a:cubicBezTo>
                  <a:cubicBezTo>
                    <a:pt x="6951" y="7270"/>
                    <a:pt x="6745" y="7533"/>
                    <a:pt x="6536" y="7786"/>
                  </a:cubicBezTo>
                  <a:cubicBezTo>
                    <a:pt x="6489" y="7842"/>
                    <a:pt x="6427" y="7868"/>
                    <a:pt x="6363" y="7868"/>
                  </a:cubicBezTo>
                  <a:cubicBezTo>
                    <a:pt x="6307" y="7868"/>
                    <a:pt x="6249" y="7848"/>
                    <a:pt x="6198" y="7810"/>
                  </a:cubicBezTo>
                  <a:cubicBezTo>
                    <a:pt x="5714" y="7445"/>
                    <a:pt x="5235" y="7080"/>
                    <a:pt x="4748" y="6715"/>
                  </a:cubicBezTo>
                  <a:cubicBezTo>
                    <a:pt x="4319" y="7100"/>
                    <a:pt x="3886" y="7485"/>
                    <a:pt x="3457" y="7867"/>
                  </a:cubicBezTo>
                  <a:cubicBezTo>
                    <a:pt x="3414" y="7905"/>
                    <a:pt x="3360" y="7923"/>
                    <a:pt x="3305" y="7923"/>
                  </a:cubicBezTo>
                  <a:cubicBezTo>
                    <a:pt x="3248" y="7923"/>
                    <a:pt x="3190" y="7904"/>
                    <a:pt x="3143" y="7871"/>
                  </a:cubicBezTo>
                  <a:cubicBezTo>
                    <a:pt x="2710" y="7554"/>
                    <a:pt x="1862" y="7151"/>
                    <a:pt x="1595" y="6699"/>
                  </a:cubicBezTo>
                  <a:cubicBezTo>
                    <a:pt x="1589" y="6691"/>
                    <a:pt x="1589" y="6688"/>
                    <a:pt x="1582" y="6682"/>
                  </a:cubicBezTo>
                  <a:cubicBezTo>
                    <a:pt x="1504" y="6780"/>
                    <a:pt x="1426" y="6877"/>
                    <a:pt x="1352" y="6975"/>
                  </a:cubicBezTo>
                  <a:cubicBezTo>
                    <a:pt x="1207" y="7161"/>
                    <a:pt x="954" y="7412"/>
                    <a:pt x="791" y="7658"/>
                  </a:cubicBezTo>
                  <a:cubicBezTo>
                    <a:pt x="1957" y="10169"/>
                    <a:pt x="4380" y="11034"/>
                    <a:pt x="6475" y="11274"/>
                  </a:cubicBezTo>
                  <a:cubicBezTo>
                    <a:pt x="7073" y="11343"/>
                    <a:pt x="7652" y="11370"/>
                    <a:pt x="8190" y="11370"/>
                  </a:cubicBezTo>
                  <a:cubicBezTo>
                    <a:pt x="10026" y="11370"/>
                    <a:pt x="11390" y="11056"/>
                    <a:pt x="11409" y="11051"/>
                  </a:cubicBezTo>
                  <a:lnTo>
                    <a:pt x="11659" y="10993"/>
                  </a:lnTo>
                  <a:lnTo>
                    <a:pt x="11659" y="10993"/>
                  </a:lnTo>
                  <a:lnTo>
                    <a:pt x="11649" y="11250"/>
                  </a:lnTo>
                  <a:cubicBezTo>
                    <a:pt x="11649" y="11264"/>
                    <a:pt x="11635" y="11626"/>
                    <a:pt x="11625" y="12244"/>
                  </a:cubicBezTo>
                  <a:cubicBezTo>
                    <a:pt x="12117" y="12146"/>
                    <a:pt x="12622" y="12087"/>
                    <a:pt x="13128" y="12087"/>
                  </a:cubicBezTo>
                  <a:cubicBezTo>
                    <a:pt x="15300" y="12087"/>
                    <a:pt x="17487" y="13168"/>
                    <a:pt x="18670" y="16887"/>
                  </a:cubicBezTo>
                  <a:cubicBezTo>
                    <a:pt x="20161" y="21571"/>
                    <a:pt x="20043" y="24453"/>
                    <a:pt x="17312" y="25373"/>
                  </a:cubicBezTo>
                  <a:cubicBezTo>
                    <a:pt x="16403" y="25678"/>
                    <a:pt x="15543" y="25781"/>
                    <a:pt x="14801" y="25781"/>
                  </a:cubicBezTo>
                  <a:cubicBezTo>
                    <a:pt x="13714" y="25781"/>
                    <a:pt x="12880" y="25562"/>
                    <a:pt x="12511" y="25443"/>
                  </a:cubicBezTo>
                  <a:lnTo>
                    <a:pt x="12511" y="25443"/>
                  </a:lnTo>
                  <a:cubicBezTo>
                    <a:pt x="13142" y="28968"/>
                    <a:pt x="13842" y="29326"/>
                    <a:pt x="14085" y="29333"/>
                  </a:cubicBezTo>
                  <a:lnTo>
                    <a:pt x="14102" y="29333"/>
                  </a:lnTo>
                  <a:cubicBezTo>
                    <a:pt x="14737" y="29333"/>
                    <a:pt x="15521" y="28194"/>
                    <a:pt x="15768" y="27751"/>
                  </a:cubicBezTo>
                  <a:lnTo>
                    <a:pt x="15822" y="27660"/>
                  </a:lnTo>
                  <a:lnTo>
                    <a:pt x="19374" y="27424"/>
                  </a:lnTo>
                  <a:lnTo>
                    <a:pt x="19425" y="27558"/>
                  </a:lnTo>
                  <a:cubicBezTo>
                    <a:pt x="19747" y="28380"/>
                    <a:pt x="20403" y="29506"/>
                    <a:pt x="20882" y="29506"/>
                  </a:cubicBezTo>
                  <a:cubicBezTo>
                    <a:pt x="20890" y="29506"/>
                    <a:pt x="20897" y="29505"/>
                    <a:pt x="20905" y="29505"/>
                  </a:cubicBezTo>
                  <a:cubicBezTo>
                    <a:pt x="21432" y="29451"/>
                    <a:pt x="22226" y="27984"/>
                    <a:pt x="22604" y="27072"/>
                  </a:cubicBezTo>
                  <a:lnTo>
                    <a:pt x="22669" y="26914"/>
                  </a:lnTo>
                  <a:lnTo>
                    <a:pt x="22834" y="26957"/>
                  </a:lnTo>
                  <a:cubicBezTo>
                    <a:pt x="22853" y="26962"/>
                    <a:pt x="23690" y="27177"/>
                    <a:pt x="24914" y="27177"/>
                  </a:cubicBezTo>
                  <a:cubicBezTo>
                    <a:pt x="26301" y="27177"/>
                    <a:pt x="28185" y="26901"/>
                    <a:pt x="29941" y="25730"/>
                  </a:cubicBezTo>
                  <a:cubicBezTo>
                    <a:pt x="32049" y="24325"/>
                    <a:pt x="32593" y="22425"/>
                    <a:pt x="32732" y="21419"/>
                  </a:cubicBezTo>
                  <a:cubicBezTo>
                    <a:pt x="32840" y="20611"/>
                    <a:pt x="32739" y="20043"/>
                    <a:pt x="32661" y="19874"/>
                  </a:cubicBezTo>
                  <a:cubicBezTo>
                    <a:pt x="32590" y="19914"/>
                    <a:pt x="32472" y="20006"/>
                    <a:pt x="32370" y="20087"/>
                  </a:cubicBezTo>
                  <a:cubicBezTo>
                    <a:pt x="32046" y="20344"/>
                    <a:pt x="31570" y="20719"/>
                    <a:pt x="30863" y="20973"/>
                  </a:cubicBezTo>
                  <a:cubicBezTo>
                    <a:pt x="30941" y="21176"/>
                    <a:pt x="30985" y="21341"/>
                    <a:pt x="30968" y="21412"/>
                  </a:cubicBezTo>
                  <a:cubicBezTo>
                    <a:pt x="30922" y="21656"/>
                    <a:pt x="29785" y="22024"/>
                    <a:pt x="29095" y="22024"/>
                  </a:cubicBezTo>
                  <a:cubicBezTo>
                    <a:pt x="28879" y="22024"/>
                    <a:pt x="28707" y="21988"/>
                    <a:pt x="28626" y="21901"/>
                  </a:cubicBezTo>
                  <a:cubicBezTo>
                    <a:pt x="28562" y="21834"/>
                    <a:pt x="28569" y="21561"/>
                    <a:pt x="28619" y="21212"/>
                  </a:cubicBezTo>
                  <a:cubicBezTo>
                    <a:pt x="28491" y="21199"/>
                    <a:pt x="28359" y="21182"/>
                    <a:pt x="28220" y="21162"/>
                  </a:cubicBezTo>
                  <a:cubicBezTo>
                    <a:pt x="27545" y="21060"/>
                    <a:pt x="26913" y="20905"/>
                    <a:pt x="26322" y="20699"/>
                  </a:cubicBezTo>
                  <a:cubicBezTo>
                    <a:pt x="26284" y="20864"/>
                    <a:pt x="26244" y="20989"/>
                    <a:pt x="26200" y="21040"/>
                  </a:cubicBezTo>
                  <a:cubicBezTo>
                    <a:pt x="26156" y="21088"/>
                    <a:pt x="26052" y="21110"/>
                    <a:pt x="25911" y="21110"/>
                  </a:cubicBezTo>
                  <a:cubicBezTo>
                    <a:pt x="25771" y="21110"/>
                    <a:pt x="25594" y="21089"/>
                    <a:pt x="25399" y="21050"/>
                  </a:cubicBezTo>
                  <a:lnTo>
                    <a:pt x="25399" y="21050"/>
                  </a:lnTo>
                  <a:cubicBezTo>
                    <a:pt x="25487" y="21179"/>
                    <a:pt x="25537" y="21334"/>
                    <a:pt x="25473" y="21483"/>
                  </a:cubicBezTo>
                  <a:cubicBezTo>
                    <a:pt x="25373" y="21707"/>
                    <a:pt x="25133" y="21787"/>
                    <a:pt x="24887" y="21787"/>
                  </a:cubicBezTo>
                  <a:cubicBezTo>
                    <a:pt x="24719" y="21787"/>
                    <a:pt x="24548" y="21749"/>
                    <a:pt x="24419" y="21695"/>
                  </a:cubicBezTo>
                  <a:cubicBezTo>
                    <a:pt x="24095" y="21561"/>
                    <a:pt x="23716" y="21226"/>
                    <a:pt x="23825" y="20834"/>
                  </a:cubicBezTo>
                  <a:cubicBezTo>
                    <a:pt x="23858" y="20719"/>
                    <a:pt x="23929" y="20635"/>
                    <a:pt x="24017" y="20574"/>
                  </a:cubicBezTo>
                  <a:cubicBezTo>
                    <a:pt x="23787" y="20442"/>
                    <a:pt x="23625" y="20300"/>
                    <a:pt x="23594" y="20162"/>
                  </a:cubicBezTo>
                  <a:cubicBezTo>
                    <a:pt x="23571" y="20053"/>
                    <a:pt x="23743" y="19783"/>
                    <a:pt x="24003" y="19459"/>
                  </a:cubicBezTo>
                  <a:cubicBezTo>
                    <a:pt x="23368" y="18975"/>
                    <a:pt x="22800" y="18394"/>
                    <a:pt x="22307" y="17712"/>
                  </a:cubicBezTo>
                  <a:cubicBezTo>
                    <a:pt x="22304" y="17712"/>
                    <a:pt x="22300" y="17715"/>
                    <a:pt x="22300" y="17715"/>
                  </a:cubicBezTo>
                  <a:cubicBezTo>
                    <a:pt x="22288" y="17719"/>
                    <a:pt x="22275" y="17721"/>
                    <a:pt x="22260" y="17721"/>
                  </a:cubicBezTo>
                  <a:cubicBezTo>
                    <a:pt x="21837" y="17721"/>
                    <a:pt x="20339" y="16153"/>
                    <a:pt x="20512" y="15627"/>
                  </a:cubicBezTo>
                  <a:cubicBezTo>
                    <a:pt x="20540" y="15545"/>
                    <a:pt x="20729" y="15434"/>
                    <a:pt x="20999" y="15322"/>
                  </a:cubicBezTo>
                  <a:cubicBezTo>
                    <a:pt x="20996" y="15305"/>
                    <a:pt x="20989" y="15292"/>
                    <a:pt x="20982" y="15279"/>
                  </a:cubicBezTo>
                  <a:cubicBezTo>
                    <a:pt x="20637" y="14416"/>
                    <a:pt x="20320" y="13365"/>
                    <a:pt x="20002" y="12223"/>
                  </a:cubicBezTo>
                  <a:cubicBezTo>
                    <a:pt x="19928" y="12258"/>
                    <a:pt x="19867" y="12278"/>
                    <a:pt x="19826" y="12278"/>
                  </a:cubicBezTo>
                  <a:cubicBezTo>
                    <a:pt x="19451" y="12278"/>
                    <a:pt x="18424" y="10206"/>
                    <a:pt x="18762" y="9743"/>
                  </a:cubicBezTo>
                  <a:cubicBezTo>
                    <a:pt x="18809" y="9675"/>
                    <a:pt x="19012" y="9631"/>
                    <a:pt x="19289" y="9605"/>
                  </a:cubicBezTo>
                  <a:cubicBezTo>
                    <a:pt x="18988" y="8510"/>
                    <a:pt x="18667" y="7401"/>
                    <a:pt x="18316" y="6381"/>
                  </a:cubicBezTo>
                  <a:cubicBezTo>
                    <a:pt x="18066" y="6543"/>
                    <a:pt x="17856" y="6644"/>
                    <a:pt x="17762" y="6644"/>
                  </a:cubicBezTo>
                  <a:cubicBezTo>
                    <a:pt x="17387" y="6644"/>
                    <a:pt x="16359" y="4576"/>
                    <a:pt x="16697" y="4113"/>
                  </a:cubicBezTo>
                  <a:cubicBezTo>
                    <a:pt x="16752" y="4039"/>
                    <a:pt x="16984" y="3988"/>
                    <a:pt x="17306" y="3965"/>
                  </a:cubicBezTo>
                  <a:cubicBezTo>
                    <a:pt x="16978" y="3353"/>
                    <a:pt x="16619" y="2842"/>
                    <a:pt x="16231" y="2494"/>
                  </a:cubicBezTo>
                  <a:cubicBezTo>
                    <a:pt x="15393" y="1744"/>
                    <a:pt x="12318" y="1339"/>
                    <a:pt x="9344" y="947"/>
                  </a:cubicBezTo>
                  <a:cubicBezTo>
                    <a:pt x="7911" y="758"/>
                    <a:pt x="6431" y="562"/>
                    <a:pt x="5218" y="325"/>
                  </a:cubicBezTo>
                  <a:cubicBezTo>
                    <a:pt x="4189" y="126"/>
                    <a:pt x="3351" y="1"/>
                    <a:pt x="267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 name="Google Shape;18;p2"/>
            <p:cNvSpPr/>
            <p:nvPr/>
          </p:nvSpPr>
          <p:spPr>
            <a:xfrm>
              <a:off x="7240143" y="3830665"/>
              <a:ext cx="5488" cy="4031"/>
            </a:xfrm>
            <a:custGeom>
              <a:avLst/>
              <a:gdLst/>
              <a:ahLst/>
              <a:cxnLst/>
              <a:rect l="l" t="t" r="r" b="b"/>
              <a:pathLst>
                <a:path w="113" h="83" extrusionOk="0">
                  <a:moveTo>
                    <a:pt x="32" y="0"/>
                  </a:moveTo>
                  <a:cubicBezTo>
                    <a:pt x="1" y="0"/>
                    <a:pt x="20" y="83"/>
                    <a:pt x="81" y="83"/>
                  </a:cubicBezTo>
                  <a:cubicBezTo>
                    <a:pt x="91" y="83"/>
                    <a:pt x="101" y="81"/>
                    <a:pt x="112" y="76"/>
                  </a:cubicBezTo>
                  <a:cubicBezTo>
                    <a:pt x="73" y="19"/>
                    <a:pt x="47" y="0"/>
                    <a:pt x="3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2"/>
            <p:cNvSpPr/>
            <p:nvPr/>
          </p:nvSpPr>
          <p:spPr>
            <a:xfrm>
              <a:off x="7963932" y="3703371"/>
              <a:ext cx="95095" cy="130209"/>
            </a:xfrm>
            <a:custGeom>
              <a:avLst/>
              <a:gdLst/>
              <a:ahLst/>
              <a:cxnLst/>
              <a:rect l="l" t="t" r="r" b="b"/>
              <a:pathLst>
                <a:path w="1958" h="2681" extrusionOk="0">
                  <a:moveTo>
                    <a:pt x="947" y="1"/>
                  </a:moveTo>
                  <a:cubicBezTo>
                    <a:pt x="625" y="24"/>
                    <a:pt x="393" y="75"/>
                    <a:pt x="338" y="149"/>
                  </a:cubicBezTo>
                  <a:cubicBezTo>
                    <a:pt x="0" y="612"/>
                    <a:pt x="1028" y="2680"/>
                    <a:pt x="1403" y="2680"/>
                  </a:cubicBezTo>
                  <a:cubicBezTo>
                    <a:pt x="1497" y="2680"/>
                    <a:pt x="1707" y="2579"/>
                    <a:pt x="1957" y="2417"/>
                  </a:cubicBezTo>
                  <a:cubicBezTo>
                    <a:pt x="1650" y="1518"/>
                    <a:pt x="1315" y="693"/>
                    <a:pt x="94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8064174" y="3977287"/>
              <a:ext cx="76737" cy="129869"/>
            </a:xfrm>
            <a:custGeom>
              <a:avLst/>
              <a:gdLst/>
              <a:ahLst/>
              <a:cxnLst/>
              <a:rect l="l" t="t" r="r" b="b"/>
              <a:pathLst>
                <a:path w="1580" h="2674" extrusionOk="0">
                  <a:moveTo>
                    <a:pt x="866" y="1"/>
                  </a:moveTo>
                  <a:cubicBezTo>
                    <a:pt x="589" y="27"/>
                    <a:pt x="386" y="71"/>
                    <a:pt x="339" y="139"/>
                  </a:cubicBezTo>
                  <a:cubicBezTo>
                    <a:pt x="1" y="602"/>
                    <a:pt x="1028" y="2674"/>
                    <a:pt x="1403" y="2674"/>
                  </a:cubicBezTo>
                  <a:cubicBezTo>
                    <a:pt x="1444" y="2674"/>
                    <a:pt x="1505" y="2654"/>
                    <a:pt x="1579" y="2619"/>
                  </a:cubicBezTo>
                  <a:cubicBezTo>
                    <a:pt x="1440" y="2123"/>
                    <a:pt x="1302" y="1612"/>
                    <a:pt x="1164" y="1092"/>
                  </a:cubicBezTo>
                  <a:cubicBezTo>
                    <a:pt x="1066" y="734"/>
                    <a:pt x="964" y="366"/>
                    <a:pt x="866"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8157228" y="4254992"/>
              <a:ext cx="95629" cy="116513"/>
            </a:xfrm>
            <a:custGeom>
              <a:avLst/>
              <a:gdLst/>
              <a:ahLst/>
              <a:cxnLst/>
              <a:rect l="l" t="t" r="r" b="b"/>
              <a:pathLst>
                <a:path w="1969" h="2399" extrusionOk="0">
                  <a:moveTo>
                    <a:pt x="660" y="0"/>
                  </a:moveTo>
                  <a:cubicBezTo>
                    <a:pt x="390" y="112"/>
                    <a:pt x="201" y="223"/>
                    <a:pt x="173" y="305"/>
                  </a:cubicBezTo>
                  <a:cubicBezTo>
                    <a:pt x="0" y="831"/>
                    <a:pt x="1498" y="2399"/>
                    <a:pt x="1921" y="2399"/>
                  </a:cubicBezTo>
                  <a:cubicBezTo>
                    <a:pt x="1936" y="2399"/>
                    <a:pt x="1949" y="2397"/>
                    <a:pt x="1961" y="2393"/>
                  </a:cubicBezTo>
                  <a:cubicBezTo>
                    <a:pt x="1961" y="2393"/>
                    <a:pt x="1965" y="2390"/>
                    <a:pt x="1968" y="2390"/>
                  </a:cubicBezTo>
                  <a:cubicBezTo>
                    <a:pt x="1461" y="1697"/>
                    <a:pt x="1025" y="902"/>
                    <a:pt x="66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2"/>
            <p:cNvSpPr/>
            <p:nvPr/>
          </p:nvSpPr>
          <p:spPr>
            <a:xfrm>
              <a:off x="8314147" y="4455864"/>
              <a:ext cx="133658" cy="80234"/>
            </a:xfrm>
            <a:custGeom>
              <a:avLst/>
              <a:gdLst/>
              <a:ahLst/>
              <a:cxnLst/>
              <a:rect l="l" t="t" r="r" b="b"/>
              <a:pathLst>
                <a:path w="2752" h="1652" extrusionOk="0">
                  <a:moveTo>
                    <a:pt x="433" y="1"/>
                  </a:moveTo>
                  <a:cubicBezTo>
                    <a:pt x="173" y="325"/>
                    <a:pt x="1" y="595"/>
                    <a:pt x="24" y="704"/>
                  </a:cubicBezTo>
                  <a:cubicBezTo>
                    <a:pt x="55" y="842"/>
                    <a:pt x="217" y="984"/>
                    <a:pt x="447" y="1116"/>
                  </a:cubicBezTo>
                  <a:cubicBezTo>
                    <a:pt x="547" y="1046"/>
                    <a:pt x="671" y="1011"/>
                    <a:pt x="797" y="1011"/>
                  </a:cubicBezTo>
                  <a:cubicBezTo>
                    <a:pt x="951" y="1011"/>
                    <a:pt x="1107" y="1064"/>
                    <a:pt x="1220" y="1170"/>
                  </a:cubicBezTo>
                  <a:cubicBezTo>
                    <a:pt x="1231" y="1177"/>
                    <a:pt x="1234" y="1200"/>
                    <a:pt x="1238" y="1220"/>
                  </a:cubicBezTo>
                  <a:cubicBezTo>
                    <a:pt x="1268" y="1237"/>
                    <a:pt x="1298" y="1255"/>
                    <a:pt x="1325" y="1275"/>
                  </a:cubicBezTo>
                  <a:cubicBezTo>
                    <a:pt x="1329" y="1272"/>
                    <a:pt x="1329" y="1272"/>
                    <a:pt x="1329" y="1267"/>
                  </a:cubicBezTo>
                  <a:cubicBezTo>
                    <a:pt x="1347" y="1255"/>
                    <a:pt x="1367" y="1250"/>
                    <a:pt x="1388" y="1250"/>
                  </a:cubicBezTo>
                  <a:cubicBezTo>
                    <a:pt x="1519" y="1250"/>
                    <a:pt x="1713" y="1448"/>
                    <a:pt x="1771" y="1511"/>
                  </a:cubicBezTo>
                  <a:cubicBezTo>
                    <a:pt x="1791" y="1538"/>
                    <a:pt x="1812" y="1565"/>
                    <a:pt x="1829" y="1592"/>
                  </a:cubicBezTo>
                  <a:cubicBezTo>
                    <a:pt x="2024" y="1631"/>
                    <a:pt x="2201" y="1652"/>
                    <a:pt x="2341" y="1652"/>
                  </a:cubicBezTo>
                  <a:cubicBezTo>
                    <a:pt x="2482" y="1652"/>
                    <a:pt x="2586" y="1630"/>
                    <a:pt x="2630" y="1582"/>
                  </a:cubicBezTo>
                  <a:cubicBezTo>
                    <a:pt x="2674" y="1531"/>
                    <a:pt x="2714" y="1406"/>
                    <a:pt x="2752" y="1241"/>
                  </a:cubicBezTo>
                  <a:cubicBezTo>
                    <a:pt x="1893" y="940"/>
                    <a:pt x="1122" y="528"/>
                    <a:pt x="43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2"/>
            <p:cNvSpPr/>
            <p:nvPr/>
          </p:nvSpPr>
          <p:spPr>
            <a:xfrm>
              <a:off x="8556543" y="4529394"/>
              <a:ext cx="117776" cy="51142"/>
            </a:xfrm>
            <a:custGeom>
              <a:avLst/>
              <a:gdLst/>
              <a:ahLst/>
              <a:cxnLst/>
              <a:rect l="l" t="t" r="r" b="b"/>
              <a:pathLst>
                <a:path w="2425" h="1053" extrusionOk="0">
                  <a:moveTo>
                    <a:pt x="2302" y="1"/>
                  </a:moveTo>
                  <a:cubicBezTo>
                    <a:pt x="1856" y="158"/>
                    <a:pt x="1313" y="269"/>
                    <a:pt x="655" y="269"/>
                  </a:cubicBezTo>
                  <a:cubicBezTo>
                    <a:pt x="466" y="269"/>
                    <a:pt x="267" y="260"/>
                    <a:pt x="58" y="240"/>
                  </a:cubicBezTo>
                  <a:lnTo>
                    <a:pt x="58" y="240"/>
                  </a:lnTo>
                  <a:cubicBezTo>
                    <a:pt x="8" y="589"/>
                    <a:pt x="1" y="862"/>
                    <a:pt x="65" y="929"/>
                  </a:cubicBezTo>
                  <a:cubicBezTo>
                    <a:pt x="146" y="1016"/>
                    <a:pt x="318" y="1052"/>
                    <a:pt x="534" y="1052"/>
                  </a:cubicBezTo>
                  <a:cubicBezTo>
                    <a:pt x="1224" y="1052"/>
                    <a:pt x="2361" y="684"/>
                    <a:pt x="2407" y="440"/>
                  </a:cubicBezTo>
                  <a:cubicBezTo>
                    <a:pt x="2424" y="369"/>
                    <a:pt x="2380" y="204"/>
                    <a:pt x="2302"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8350037" y="4599621"/>
              <a:ext cx="94464" cy="48422"/>
            </a:xfrm>
            <a:custGeom>
              <a:avLst/>
              <a:gdLst/>
              <a:ahLst/>
              <a:cxnLst/>
              <a:rect l="l" t="t" r="r" b="b"/>
              <a:pathLst>
                <a:path w="1945" h="997" extrusionOk="0">
                  <a:moveTo>
                    <a:pt x="1310" y="1"/>
                  </a:moveTo>
                  <a:cubicBezTo>
                    <a:pt x="1322" y="43"/>
                    <a:pt x="1317" y="94"/>
                    <a:pt x="1280" y="94"/>
                  </a:cubicBezTo>
                  <a:cubicBezTo>
                    <a:pt x="1276" y="94"/>
                    <a:pt x="1271" y="93"/>
                    <a:pt x="1266" y="92"/>
                  </a:cubicBezTo>
                  <a:cubicBezTo>
                    <a:pt x="1213" y="78"/>
                    <a:pt x="1148" y="71"/>
                    <a:pt x="1076" y="71"/>
                  </a:cubicBezTo>
                  <a:cubicBezTo>
                    <a:pt x="653" y="71"/>
                    <a:pt x="0" y="305"/>
                    <a:pt x="411" y="724"/>
                  </a:cubicBezTo>
                  <a:cubicBezTo>
                    <a:pt x="608" y="924"/>
                    <a:pt x="882" y="996"/>
                    <a:pt x="1153" y="996"/>
                  </a:cubicBezTo>
                  <a:cubicBezTo>
                    <a:pt x="1220" y="996"/>
                    <a:pt x="1287" y="992"/>
                    <a:pt x="1353" y="984"/>
                  </a:cubicBezTo>
                  <a:cubicBezTo>
                    <a:pt x="1499" y="968"/>
                    <a:pt x="1654" y="930"/>
                    <a:pt x="1773" y="846"/>
                  </a:cubicBezTo>
                  <a:cubicBezTo>
                    <a:pt x="1945" y="724"/>
                    <a:pt x="1924" y="464"/>
                    <a:pt x="1803" y="319"/>
                  </a:cubicBezTo>
                  <a:cubicBezTo>
                    <a:pt x="1752" y="254"/>
                    <a:pt x="1675" y="213"/>
                    <a:pt x="1607" y="170"/>
                  </a:cubicBezTo>
                  <a:cubicBezTo>
                    <a:pt x="1580" y="149"/>
                    <a:pt x="1567" y="106"/>
                    <a:pt x="1567" y="65"/>
                  </a:cubicBezTo>
                  <a:cubicBezTo>
                    <a:pt x="1486" y="38"/>
                    <a:pt x="1397" y="15"/>
                    <a:pt x="1310" y="1"/>
                  </a:cubicBezTo>
                  <a:close/>
                </a:path>
              </a:pathLst>
            </a:custGeom>
            <a:solidFill>
              <a:srgbClr val="FFD3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8451348" y="4552511"/>
              <a:ext cx="60321" cy="27975"/>
            </a:xfrm>
            <a:custGeom>
              <a:avLst/>
              <a:gdLst/>
              <a:ahLst/>
              <a:cxnLst/>
              <a:rect l="l" t="t" r="r" b="b"/>
              <a:pathLst>
                <a:path w="1242" h="576" extrusionOk="0">
                  <a:moveTo>
                    <a:pt x="778" y="1"/>
                  </a:moveTo>
                  <a:cubicBezTo>
                    <a:pt x="784" y="38"/>
                    <a:pt x="776" y="73"/>
                    <a:pt x="738" y="73"/>
                  </a:cubicBezTo>
                  <a:cubicBezTo>
                    <a:pt x="734" y="73"/>
                    <a:pt x="731" y="73"/>
                    <a:pt x="727" y="72"/>
                  </a:cubicBezTo>
                  <a:cubicBezTo>
                    <a:pt x="648" y="58"/>
                    <a:pt x="570" y="44"/>
                    <a:pt x="492" y="44"/>
                  </a:cubicBezTo>
                  <a:cubicBezTo>
                    <a:pt x="404" y="44"/>
                    <a:pt x="317" y="62"/>
                    <a:pt x="234" y="116"/>
                  </a:cubicBezTo>
                  <a:cubicBezTo>
                    <a:pt x="1" y="268"/>
                    <a:pt x="211" y="413"/>
                    <a:pt x="376" y="478"/>
                  </a:cubicBezTo>
                  <a:cubicBezTo>
                    <a:pt x="477" y="518"/>
                    <a:pt x="593" y="548"/>
                    <a:pt x="700" y="562"/>
                  </a:cubicBezTo>
                  <a:cubicBezTo>
                    <a:pt x="748" y="567"/>
                    <a:pt x="820" y="575"/>
                    <a:pt x="892" y="575"/>
                  </a:cubicBezTo>
                  <a:cubicBezTo>
                    <a:pt x="972" y="575"/>
                    <a:pt x="1052" y="564"/>
                    <a:pt x="1095" y="525"/>
                  </a:cubicBezTo>
                  <a:cubicBezTo>
                    <a:pt x="1241" y="397"/>
                    <a:pt x="917" y="153"/>
                    <a:pt x="846" y="93"/>
                  </a:cubicBezTo>
                  <a:cubicBezTo>
                    <a:pt x="832" y="79"/>
                    <a:pt x="822" y="45"/>
                    <a:pt x="822" y="15"/>
                  </a:cubicBezTo>
                  <a:cubicBezTo>
                    <a:pt x="808" y="7"/>
                    <a:pt x="791" y="4"/>
                    <a:pt x="778" y="1"/>
                  </a:cubicBezTo>
                  <a:close/>
                </a:path>
              </a:pathLst>
            </a:custGeom>
            <a:solidFill>
              <a:srgbClr val="FFD3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8335127" y="4516766"/>
              <a:ext cx="67412" cy="40360"/>
            </a:xfrm>
            <a:custGeom>
              <a:avLst/>
              <a:gdLst/>
              <a:ahLst/>
              <a:cxnLst/>
              <a:rect l="l" t="t" r="r" b="b"/>
              <a:pathLst>
                <a:path w="1388" h="831" extrusionOk="0">
                  <a:moveTo>
                    <a:pt x="302" y="1"/>
                  </a:moveTo>
                  <a:cubicBezTo>
                    <a:pt x="170" y="41"/>
                    <a:pt x="62" y="125"/>
                    <a:pt x="38" y="267"/>
                  </a:cubicBezTo>
                  <a:cubicBezTo>
                    <a:pt x="1" y="514"/>
                    <a:pt x="275" y="696"/>
                    <a:pt x="481" y="771"/>
                  </a:cubicBezTo>
                  <a:cubicBezTo>
                    <a:pt x="579" y="806"/>
                    <a:pt x="700" y="830"/>
                    <a:pt x="819" y="830"/>
                  </a:cubicBezTo>
                  <a:cubicBezTo>
                    <a:pt x="962" y="830"/>
                    <a:pt x="1103" y="795"/>
                    <a:pt x="1201" y="703"/>
                  </a:cubicBezTo>
                  <a:cubicBezTo>
                    <a:pt x="1387" y="528"/>
                    <a:pt x="1218" y="389"/>
                    <a:pt x="1063" y="264"/>
                  </a:cubicBezTo>
                  <a:cubicBezTo>
                    <a:pt x="802" y="196"/>
                    <a:pt x="539" y="105"/>
                    <a:pt x="302" y="1"/>
                  </a:cubicBezTo>
                  <a:close/>
                </a:path>
              </a:pathLst>
            </a:custGeom>
            <a:solidFill>
              <a:srgbClr val="FFD3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p:nvPr/>
          </p:nvSpPr>
          <p:spPr>
            <a:xfrm>
              <a:off x="8349746" y="4515115"/>
              <a:ext cx="37008" cy="14522"/>
            </a:xfrm>
            <a:custGeom>
              <a:avLst/>
              <a:gdLst/>
              <a:ahLst/>
              <a:cxnLst/>
              <a:rect l="l" t="t" r="r" b="b"/>
              <a:pathLst>
                <a:path w="762" h="299" extrusionOk="0">
                  <a:moveTo>
                    <a:pt x="505" y="0"/>
                  </a:moveTo>
                  <a:cubicBezTo>
                    <a:pt x="507" y="32"/>
                    <a:pt x="501" y="65"/>
                    <a:pt x="479" y="65"/>
                  </a:cubicBezTo>
                  <a:cubicBezTo>
                    <a:pt x="474" y="65"/>
                    <a:pt x="469" y="64"/>
                    <a:pt x="464" y="61"/>
                  </a:cubicBezTo>
                  <a:cubicBezTo>
                    <a:pt x="389" y="27"/>
                    <a:pt x="293" y="8"/>
                    <a:pt x="195" y="8"/>
                  </a:cubicBezTo>
                  <a:cubicBezTo>
                    <a:pt x="129" y="8"/>
                    <a:pt x="62" y="17"/>
                    <a:pt x="1" y="35"/>
                  </a:cubicBezTo>
                  <a:cubicBezTo>
                    <a:pt x="238" y="139"/>
                    <a:pt x="501" y="230"/>
                    <a:pt x="762" y="298"/>
                  </a:cubicBezTo>
                  <a:cubicBezTo>
                    <a:pt x="694" y="244"/>
                    <a:pt x="626" y="193"/>
                    <a:pt x="592" y="142"/>
                  </a:cubicBezTo>
                  <a:cubicBezTo>
                    <a:pt x="576" y="122"/>
                    <a:pt x="572" y="75"/>
                    <a:pt x="592" y="55"/>
                  </a:cubicBezTo>
                  <a:cubicBezTo>
                    <a:pt x="565" y="35"/>
                    <a:pt x="535" y="17"/>
                    <a:pt x="505" y="0"/>
                  </a:cubicBezTo>
                  <a:close/>
                </a:path>
              </a:pathLst>
            </a:custGeom>
            <a:solidFill>
              <a:srgbClr val="FFD3C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732706" y="4097879"/>
              <a:ext cx="415932" cy="665083"/>
            </a:xfrm>
            <a:custGeom>
              <a:avLst/>
              <a:gdLst/>
              <a:ahLst/>
              <a:cxnLst/>
              <a:rect l="l" t="t" r="r" b="b"/>
              <a:pathLst>
                <a:path w="8564" h="13694" extrusionOk="0">
                  <a:moveTo>
                    <a:pt x="3799" y="3103"/>
                  </a:moveTo>
                  <a:cubicBezTo>
                    <a:pt x="3809" y="3103"/>
                    <a:pt x="3819" y="3103"/>
                    <a:pt x="3828" y="3103"/>
                  </a:cubicBezTo>
                  <a:cubicBezTo>
                    <a:pt x="3869" y="3103"/>
                    <a:pt x="3879" y="3161"/>
                    <a:pt x="3862" y="3195"/>
                  </a:cubicBezTo>
                  <a:cubicBezTo>
                    <a:pt x="3995" y="3198"/>
                    <a:pt x="4102" y="3225"/>
                    <a:pt x="4187" y="3279"/>
                  </a:cubicBezTo>
                  <a:cubicBezTo>
                    <a:pt x="4184" y="3243"/>
                    <a:pt x="4194" y="3205"/>
                    <a:pt x="4219" y="3205"/>
                  </a:cubicBezTo>
                  <a:cubicBezTo>
                    <a:pt x="4226" y="3205"/>
                    <a:pt x="4235" y="3208"/>
                    <a:pt x="4244" y="3215"/>
                  </a:cubicBezTo>
                  <a:cubicBezTo>
                    <a:pt x="4971" y="3746"/>
                    <a:pt x="4660" y="4851"/>
                    <a:pt x="4173" y="5439"/>
                  </a:cubicBezTo>
                  <a:cubicBezTo>
                    <a:pt x="3772" y="5924"/>
                    <a:pt x="3136" y="6360"/>
                    <a:pt x="2495" y="6360"/>
                  </a:cubicBezTo>
                  <a:cubicBezTo>
                    <a:pt x="2278" y="6360"/>
                    <a:pt x="2061" y="6310"/>
                    <a:pt x="1852" y="6196"/>
                  </a:cubicBezTo>
                  <a:cubicBezTo>
                    <a:pt x="1213" y="5848"/>
                    <a:pt x="1128" y="5063"/>
                    <a:pt x="1409" y="4445"/>
                  </a:cubicBezTo>
                  <a:cubicBezTo>
                    <a:pt x="1810" y="3563"/>
                    <a:pt x="2877" y="3103"/>
                    <a:pt x="3799" y="3103"/>
                  </a:cubicBezTo>
                  <a:close/>
                  <a:moveTo>
                    <a:pt x="1530" y="0"/>
                  </a:moveTo>
                  <a:cubicBezTo>
                    <a:pt x="1024" y="0"/>
                    <a:pt x="519" y="59"/>
                    <a:pt x="27" y="157"/>
                  </a:cubicBezTo>
                  <a:cubicBezTo>
                    <a:pt x="0" y="1853"/>
                    <a:pt x="4" y="5510"/>
                    <a:pt x="392" y="9457"/>
                  </a:cubicBezTo>
                  <a:cubicBezTo>
                    <a:pt x="554" y="11065"/>
                    <a:pt x="730" y="12342"/>
                    <a:pt x="913" y="13356"/>
                  </a:cubicBezTo>
                  <a:cubicBezTo>
                    <a:pt x="1282" y="13475"/>
                    <a:pt x="2116" y="13694"/>
                    <a:pt x="3203" y="13694"/>
                  </a:cubicBezTo>
                  <a:cubicBezTo>
                    <a:pt x="3945" y="13694"/>
                    <a:pt x="4805" y="13591"/>
                    <a:pt x="5714" y="13286"/>
                  </a:cubicBezTo>
                  <a:cubicBezTo>
                    <a:pt x="8445" y="12366"/>
                    <a:pt x="8563" y="9484"/>
                    <a:pt x="7072" y="4800"/>
                  </a:cubicBezTo>
                  <a:cubicBezTo>
                    <a:pt x="5889" y="1081"/>
                    <a:pt x="3702" y="0"/>
                    <a:pt x="1530"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7800554" y="4253001"/>
              <a:ext cx="147499" cy="138806"/>
            </a:xfrm>
            <a:custGeom>
              <a:avLst/>
              <a:gdLst/>
              <a:ahLst/>
              <a:cxnLst/>
              <a:rect l="l" t="t" r="r" b="b"/>
              <a:pathLst>
                <a:path w="3037" h="2858" extrusionOk="0">
                  <a:moveTo>
                    <a:pt x="2465" y="1"/>
                  </a:moveTo>
                  <a:cubicBezTo>
                    <a:pt x="2459" y="15"/>
                    <a:pt x="2452" y="24"/>
                    <a:pt x="2435" y="24"/>
                  </a:cubicBezTo>
                  <a:cubicBezTo>
                    <a:pt x="1614" y="132"/>
                    <a:pt x="647" y="606"/>
                    <a:pt x="299" y="1400"/>
                  </a:cubicBezTo>
                  <a:cubicBezTo>
                    <a:pt x="1" y="2082"/>
                    <a:pt x="267" y="2857"/>
                    <a:pt x="1067" y="2857"/>
                  </a:cubicBezTo>
                  <a:cubicBezTo>
                    <a:pt x="1100" y="2857"/>
                    <a:pt x="1133" y="2856"/>
                    <a:pt x="1168" y="2853"/>
                  </a:cubicBezTo>
                  <a:cubicBezTo>
                    <a:pt x="1739" y="2813"/>
                    <a:pt x="2283" y="2359"/>
                    <a:pt x="2607" y="1913"/>
                  </a:cubicBezTo>
                  <a:cubicBezTo>
                    <a:pt x="2726" y="1751"/>
                    <a:pt x="2824" y="1576"/>
                    <a:pt x="2894" y="1389"/>
                  </a:cubicBezTo>
                  <a:cubicBezTo>
                    <a:pt x="2955" y="1238"/>
                    <a:pt x="3019" y="1052"/>
                    <a:pt x="3027" y="886"/>
                  </a:cubicBezTo>
                  <a:cubicBezTo>
                    <a:pt x="3036" y="693"/>
                    <a:pt x="2932" y="281"/>
                    <a:pt x="2804" y="143"/>
                  </a:cubicBezTo>
                  <a:cubicBezTo>
                    <a:pt x="2793" y="132"/>
                    <a:pt x="2790" y="109"/>
                    <a:pt x="2790" y="85"/>
                  </a:cubicBezTo>
                  <a:cubicBezTo>
                    <a:pt x="2705" y="31"/>
                    <a:pt x="2598" y="4"/>
                    <a:pt x="246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2"/>
            <p:cNvSpPr/>
            <p:nvPr/>
          </p:nvSpPr>
          <p:spPr>
            <a:xfrm>
              <a:off x="8031051" y="3702546"/>
              <a:ext cx="118845" cy="106703"/>
            </a:xfrm>
            <a:custGeom>
              <a:avLst/>
              <a:gdLst/>
              <a:ahLst/>
              <a:cxnLst/>
              <a:rect l="l" t="t" r="r" b="b"/>
              <a:pathLst>
                <a:path w="2447" h="2197" extrusionOk="0">
                  <a:moveTo>
                    <a:pt x="92" y="0"/>
                  </a:moveTo>
                  <a:cubicBezTo>
                    <a:pt x="61" y="0"/>
                    <a:pt x="31" y="0"/>
                    <a:pt x="1" y="1"/>
                  </a:cubicBezTo>
                  <a:cubicBezTo>
                    <a:pt x="332" y="646"/>
                    <a:pt x="633" y="1393"/>
                    <a:pt x="913" y="2197"/>
                  </a:cubicBezTo>
                  <a:cubicBezTo>
                    <a:pt x="1616" y="1684"/>
                    <a:pt x="2447" y="903"/>
                    <a:pt x="2414" y="517"/>
                  </a:cubicBezTo>
                  <a:cubicBezTo>
                    <a:pt x="2381" y="167"/>
                    <a:pt x="1088" y="0"/>
                    <a:pt x="9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2"/>
            <p:cNvSpPr/>
            <p:nvPr/>
          </p:nvSpPr>
          <p:spPr>
            <a:xfrm>
              <a:off x="8125611" y="3976025"/>
              <a:ext cx="124916" cy="118990"/>
            </a:xfrm>
            <a:custGeom>
              <a:avLst/>
              <a:gdLst/>
              <a:ahLst/>
              <a:cxnLst/>
              <a:rect l="l" t="t" r="r" b="b"/>
              <a:pathLst>
                <a:path w="2572" h="2450" extrusionOk="0">
                  <a:moveTo>
                    <a:pt x="219" y="0"/>
                  </a:moveTo>
                  <a:cubicBezTo>
                    <a:pt x="144" y="0"/>
                    <a:pt x="71" y="1"/>
                    <a:pt x="0" y="3"/>
                  </a:cubicBezTo>
                  <a:cubicBezTo>
                    <a:pt x="91" y="340"/>
                    <a:pt x="183" y="679"/>
                    <a:pt x="274" y="1017"/>
                  </a:cubicBezTo>
                  <a:cubicBezTo>
                    <a:pt x="406" y="1507"/>
                    <a:pt x="537" y="1983"/>
                    <a:pt x="665" y="2449"/>
                  </a:cubicBezTo>
                  <a:cubicBezTo>
                    <a:pt x="1403" y="1980"/>
                    <a:pt x="2571" y="973"/>
                    <a:pt x="2531" y="520"/>
                  </a:cubicBezTo>
                  <a:cubicBezTo>
                    <a:pt x="2500" y="171"/>
                    <a:pt x="1214" y="0"/>
                    <a:pt x="219"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8207154" y="4227406"/>
              <a:ext cx="132978" cy="131181"/>
            </a:xfrm>
            <a:custGeom>
              <a:avLst/>
              <a:gdLst/>
              <a:ahLst/>
              <a:cxnLst/>
              <a:rect l="l" t="t" r="r" b="b"/>
              <a:pathLst>
                <a:path w="2738" h="2701" extrusionOk="0">
                  <a:moveTo>
                    <a:pt x="2065" y="0"/>
                  </a:moveTo>
                  <a:cubicBezTo>
                    <a:pt x="1526" y="0"/>
                    <a:pt x="653" y="205"/>
                    <a:pt x="0" y="430"/>
                  </a:cubicBezTo>
                  <a:cubicBezTo>
                    <a:pt x="349" y="1285"/>
                    <a:pt x="761" y="2042"/>
                    <a:pt x="1241" y="2701"/>
                  </a:cubicBezTo>
                  <a:cubicBezTo>
                    <a:pt x="1795" y="2092"/>
                    <a:pt x="2737" y="606"/>
                    <a:pt x="2545" y="156"/>
                  </a:cubicBezTo>
                  <a:cubicBezTo>
                    <a:pt x="2499" y="46"/>
                    <a:pt x="2319" y="0"/>
                    <a:pt x="2065"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8347658" y="4373932"/>
              <a:ext cx="108645" cy="123021"/>
            </a:xfrm>
            <a:custGeom>
              <a:avLst/>
              <a:gdLst/>
              <a:ahLst/>
              <a:cxnLst/>
              <a:rect l="l" t="t" r="r" b="b"/>
              <a:pathLst>
                <a:path w="2237" h="2533" extrusionOk="0">
                  <a:moveTo>
                    <a:pt x="1780" y="0"/>
                  </a:moveTo>
                  <a:cubicBezTo>
                    <a:pt x="1412" y="0"/>
                    <a:pt x="590" y="728"/>
                    <a:pt x="0" y="1387"/>
                  </a:cubicBezTo>
                  <a:cubicBezTo>
                    <a:pt x="635" y="1867"/>
                    <a:pt x="1342" y="2249"/>
                    <a:pt x="2126" y="2533"/>
                  </a:cubicBezTo>
                  <a:cubicBezTo>
                    <a:pt x="2237" y="1650"/>
                    <a:pt x="2230" y="282"/>
                    <a:pt x="1889" y="32"/>
                  </a:cubicBezTo>
                  <a:cubicBezTo>
                    <a:pt x="1860" y="10"/>
                    <a:pt x="1823" y="0"/>
                    <a:pt x="178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2"/>
            <p:cNvSpPr/>
            <p:nvPr/>
          </p:nvSpPr>
          <p:spPr>
            <a:xfrm>
              <a:off x="8562808" y="4433863"/>
              <a:ext cx="98009" cy="89510"/>
            </a:xfrm>
            <a:custGeom>
              <a:avLst/>
              <a:gdLst/>
              <a:ahLst/>
              <a:cxnLst/>
              <a:rect l="l" t="t" r="r" b="b"/>
              <a:pathLst>
                <a:path w="2018" h="1843" extrusionOk="0">
                  <a:moveTo>
                    <a:pt x="802" y="0"/>
                  </a:moveTo>
                  <a:cubicBezTo>
                    <a:pt x="507" y="0"/>
                    <a:pt x="170" y="993"/>
                    <a:pt x="1" y="1819"/>
                  </a:cubicBezTo>
                  <a:cubicBezTo>
                    <a:pt x="184" y="1835"/>
                    <a:pt x="358" y="1843"/>
                    <a:pt x="524" y="1843"/>
                  </a:cubicBezTo>
                  <a:cubicBezTo>
                    <a:pt x="1119" y="1843"/>
                    <a:pt x="1608" y="1745"/>
                    <a:pt x="2018" y="1603"/>
                  </a:cubicBezTo>
                  <a:cubicBezTo>
                    <a:pt x="1697" y="906"/>
                    <a:pt x="1152" y="34"/>
                    <a:pt x="815" y="1"/>
                  </a:cubicBezTo>
                  <a:cubicBezTo>
                    <a:pt x="811" y="1"/>
                    <a:pt x="806" y="0"/>
                    <a:pt x="80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2"/>
            <p:cNvSpPr/>
            <p:nvPr/>
          </p:nvSpPr>
          <p:spPr>
            <a:xfrm>
              <a:off x="7150051" y="3491912"/>
              <a:ext cx="1632742" cy="1471012"/>
            </a:xfrm>
            <a:custGeom>
              <a:avLst/>
              <a:gdLst/>
              <a:ahLst/>
              <a:cxnLst/>
              <a:rect l="l" t="t" r="r" b="b"/>
              <a:pathLst>
                <a:path w="33618" h="30288" extrusionOk="0">
                  <a:moveTo>
                    <a:pt x="1887" y="6975"/>
                  </a:moveTo>
                  <a:cubicBezTo>
                    <a:pt x="1902" y="6975"/>
                    <a:pt x="1928" y="6994"/>
                    <a:pt x="1967" y="7051"/>
                  </a:cubicBezTo>
                  <a:cubicBezTo>
                    <a:pt x="1956" y="7056"/>
                    <a:pt x="1946" y="7058"/>
                    <a:pt x="1936" y="7058"/>
                  </a:cubicBezTo>
                  <a:cubicBezTo>
                    <a:pt x="1875" y="7058"/>
                    <a:pt x="1856" y="6975"/>
                    <a:pt x="1887" y="6975"/>
                  </a:cubicBezTo>
                  <a:close/>
                  <a:moveTo>
                    <a:pt x="3072" y="391"/>
                  </a:moveTo>
                  <a:cubicBezTo>
                    <a:pt x="3750" y="391"/>
                    <a:pt x="4588" y="516"/>
                    <a:pt x="5617" y="715"/>
                  </a:cubicBezTo>
                  <a:cubicBezTo>
                    <a:pt x="6830" y="952"/>
                    <a:pt x="8310" y="1148"/>
                    <a:pt x="9743" y="1337"/>
                  </a:cubicBezTo>
                  <a:cubicBezTo>
                    <a:pt x="12717" y="1729"/>
                    <a:pt x="15792" y="2134"/>
                    <a:pt x="16630" y="2884"/>
                  </a:cubicBezTo>
                  <a:cubicBezTo>
                    <a:pt x="17018" y="3232"/>
                    <a:pt x="17377" y="3743"/>
                    <a:pt x="17705" y="4355"/>
                  </a:cubicBezTo>
                  <a:cubicBezTo>
                    <a:pt x="18073" y="5047"/>
                    <a:pt x="18408" y="5872"/>
                    <a:pt x="18715" y="6771"/>
                  </a:cubicBezTo>
                  <a:cubicBezTo>
                    <a:pt x="19066" y="7791"/>
                    <a:pt x="19387" y="8900"/>
                    <a:pt x="19688" y="9995"/>
                  </a:cubicBezTo>
                  <a:cubicBezTo>
                    <a:pt x="19786" y="10360"/>
                    <a:pt x="19888" y="10728"/>
                    <a:pt x="19986" y="11086"/>
                  </a:cubicBezTo>
                  <a:cubicBezTo>
                    <a:pt x="20124" y="11606"/>
                    <a:pt x="20262" y="12117"/>
                    <a:pt x="20401" y="12613"/>
                  </a:cubicBezTo>
                  <a:cubicBezTo>
                    <a:pt x="20719" y="13755"/>
                    <a:pt x="21036" y="14806"/>
                    <a:pt x="21381" y="15669"/>
                  </a:cubicBezTo>
                  <a:cubicBezTo>
                    <a:pt x="21388" y="15682"/>
                    <a:pt x="21395" y="15695"/>
                    <a:pt x="21398" y="15712"/>
                  </a:cubicBezTo>
                  <a:cubicBezTo>
                    <a:pt x="21763" y="16614"/>
                    <a:pt x="22199" y="17409"/>
                    <a:pt x="22706" y="18102"/>
                  </a:cubicBezTo>
                  <a:cubicBezTo>
                    <a:pt x="23199" y="18784"/>
                    <a:pt x="23767" y="19365"/>
                    <a:pt x="24402" y="19849"/>
                  </a:cubicBezTo>
                  <a:cubicBezTo>
                    <a:pt x="25091" y="20376"/>
                    <a:pt x="25862" y="20788"/>
                    <a:pt x="26721" y="21089"/>
                  </a:cubicBezTo>
                  <a:cubicBezTo>
                    <a:pt x="27312" y="21295"/>
                    <a:pt x="27944" y="21450"/>
                    <a:pt x="28619" y="21552"/>
                  </a:cubicBezTo>
                  <a:cubicBezTo>
                    <a:pt x="28758" y="21572"/>
                    <a:pt x="28890" y="21589"/>
                    <a:pt x="29018" y="21602"/>
                  </a:cubicBezTo>
                  <a:cubicBezTo>
                    <a:pt x="29227" y="21622"/>
                    <a:pt x="29426" y="21631"/>
                    <a:pt x="29615" y="21631"/>
                  </a:cubicBezTo>
                  <a:cubicBezTo>
                    <a:pt x="30273" y="21631"/>
                    <a:pt x="30816" y="21520"/>
                    <a:pt x="31262" y="21363"/>
                  </a:cubicBezTo>
                  <a:cubicBezTo>
                    <a:pt x="31969" y="21109"/>
                    <a:pt x="32445" y="20734"/>
                    <a:pt x="32769" y="20477"/>
                  </a:cubicBezTo>
                  <a:cubicBezTo>
                    <a:pt x="32871" y="20396"/>
                    <a:pt x="32989" y="20304"/>
                    <a:pt x="33060" y="20264"/>
                  </a:cubicBezTo>
                  <a:cubicBezTo>
                    <a:pt x="33138" y="20433"/>
                    <a:pt x="33239" y="21001"/>
                    <a:pt x="33131" y="21809"/>
                  </a:cubicBezTo>
                  <a:cubicBezTo>
                    <a:pt x="32992" y="22815"/>
                    <a:pt x="32448" y="24715"/>
                    <a:pt x="30340" y="26120"/>
                  </a:cubicBezTo>
                  <a:cubicBezTo>
                    <a:pt x="28584" y="27291"/>
                    <a:pt x="26700" y="27567"/>
                    <a:pt x="25313" y="27567"/>
                  </a:cubicBezTo>
                  <a:cubicBezTo>
                    <a:pt x="24089" y="27567"/>
                    <a:pt x="23252" y="27352"/>
                    <a:pt x="23233" y="27347"/>
                  </a:cubicBezTo>
                  <a:lnTo>
                    <a:pt x="23068" y="27304"/>
                  </a:lnTo>
                  <a:lnTo>
                    <a:pt x="23003" y="27462"/>
                  </a:lnTo>
                  <a:cubicBezTo>
                    <a:pt x="22625" y="28374"/>
                    <a:pt x="21831" y="29841"/>
                    <a:pt x="21304" y="29895"/>
                  </a:cubicBezTo>
                  <a:cubicBezTo>
                    <a:pt x="21296" y="29895"/>
                    <a:pt x="21289" y="29896"/>
                    <a:pt x="21281" y="29896"/>
                  </a:cubicBezTo>
                  <a:cubicBezTo>
                    <a:pt x="20802" y="29896"/>
                    <a:pt x="20146" y="28770"/>
                    <a:pt x="19824" y="27948"/>
                  </a:cubicBezTo>
                  <a:lnTo>
                    <a:pt x="19773" y="27814"/>
                  </a:lnTo>
                  <a:lnTo>
                    <a:pt x="16221" y="28050"/>
                  </a:lnTo>
                  <a:lnTo>
                    <a:pt x="16167" y="28141"/>
                  </a:lnTo>
                  <a:cubicBezTo>
                    <a:pt x="15920" y="28584"/>
                    <a:pt x="15136" y="29723"/>
                    <a:pt x="14501" y="29723"/>
                  </a:cubicBezTo>
                  <a:lnTo>
                    <a:pt x="14484" y="29723"/>
                  </a:lnTo>
                  <a:cubicBezTo>
                    <a:pt x="14241" y="29716"/>
                    <a:pt x="13541" y="29358"/>
                    <a:pt x="12910" y="25833"/>
                  </a:cubicBezTo>
                  <a:cubicBezTo>
                    <a:pt x="12727" y="24819"/>
                    <a:pt x="12551" y="23542"/>
                    <a:pt x="12389" y="21934"/>
                  </a:cubicBezTo>
                  <a:cubicBezTo>
                    <a:pt x="12001" y="17987"/>
                    <a:pt x="11997" y="14330"/>
                    <a:pt x="12024" y="12634"/>
                  </a:cubicBezTo>
                  <a:cubicBezTo>
                    <a:pt x="12034" y="12016"/>
                    <a:pt x="12048" y="11654"/>
                    <a:pt x="12048" y="11640"/>
                  </a:cubicBezTo>
                  <a:lnTo>
                    <a:pt x="12058" y="11383"/>
                  </a:lnTo>
                  <a:lnTo>
                    <a:pt x="12058" y="11383"/>
                  </a:lnTo>
                  <a:lnTo>
                    <a:pt x="11808" y="11441"/>
                  </a:lnTo>
                  <a:cubicBezTo>
                    <a:pt x="11789" y="11446"/>
                    <a:pt x="10425" y="11760"/>
                    <a:pt x="8589" y="11760"/>
                  </a:cubicBezTo>
                  <a:cubicBezTo>
                    <a:pt x="8051" y="11760"/>
                    <a:pt x="7472" y="11733"/>
                    <a:pt x="6874" y="11664"/>
                  </a:cubicBezTo>
                  <a:cubicBezTo>
                    <a:pt x="4779" y="11424"/>
                    <a:pt x="2356" y="10559"/>
                    <a:pt x="1190" y="8048"/>
                  </a:cubicBezTo>
                  <a:cubicBezTo>
                    <a:pt x="1353" y="7802"/>
                    <a:pt x="1606" y="7551"/>
                    <a:pt x="1751" y="7365"/>
                  </a:cubicBezTo>
                  <a:cubicBezTo>
                    <a:pt x="1825" y="7267"/>
                    <a:pt x="1903" y="7170"/>
                    <a:pt x="1981" y="7072"/>
                  </a:cubicBezTo>
                  <a:cubicBezTo>
                    <a:pt x="1988" y="7078"/>
                    <a:pt x="1988" y="7081"/>
                    <a:pt x="1994" y="7089"/>
                  </a:cubicBezTo>
                  <a:cubicBezTo>
                    <a:pt x="2261" y="7541"/>
                    <a:pt x="3109" y="7944"/>
                    <a:pt x="3542" y="8261"/>
                  </a:cubicBezTo>
                  <a:cubicBezTo>
                    <a:pt x="3589" y="8294"/>
                    <a:pt x="3647" y="8313"/>
                    <a:pt x="3704" y="8313"/>
                  </a:cubicBezTo>
                  <a:cubicBezTo>
                    <a:pt x="3759" y="8313"/>
                    <a:pt x="3813" y="8295"/>
                    <a:pt x="3856" y="8257"/>
                  </a:cubicBezTo>
                  <a:cubicBezTo>
                    <a:pt x="4285" y="7875"/>
                    <a:pt x="4718" y="7490"/>
                    <a:pt x="5147" y="7105"/>
                  </a:cubicBezTo>
                  <a:cubicBezTo>
                    <a:pt x="5634" y="7470"/>
                    <a:pt x="6113" y="7835"/>
                    <a:pt x="6597" y="8200"/>
                  </a:cubicBezTo>
                  <a:cubicBezTo>
                    <a:pt x="6648" y="8238"/>
                    <a:pt x="6706" y="8258"/>
                    <a:pt x="6762" y="8258"/>
                  </a:cubicBezTo>
                  <a:cubicBezTo>
                    <a:pt x="6826" y="8258"/>
                    <a:pt x="6888" y="8232"/>
                    <a:pt x="6935" y="8176"/>
                  </a:cubicBezTo>
                  <a:cubicBezTo>
                    <a:pt x="7144" y="7923"/>
                    <a:pt x="7350" y="7660"/>
                    <a:pt x="7520" y="7379"/>
                  </a:cubicBezTo>
                  <a:cubicBezTo>
                    <a:pt x="7634" y="7190"/>
                    <a:pt x="7732" y="6821"/>
                    <a:pt x="7881" y="6632"/>
                  </a:cubicBezTo>
                  <a:cubicBezTo>
                    <a:pt x="7911" y="6639"/>
                    <a:pt x="7952" y="6652"/>
                    <a:pt x="8013" y="6686"/>
                  </a:cubicBezTo>
                  <a:cubicBezTo>
                    <a:pt x="8155" y="6771"/>
                    <a:pt x="8344" y="6808"/>
                    <a:pt x="8503" y="6858"/>
                  </a:cubicBezTo>
                  <a:cubicBezTo>
                    <a:pt x="8855" y="6977"/>
                    <a:pt x="9209" y="7068"/>
                    <a:pt x="9571" y="7139"/>
                  </a:cubicBezTo>
                  <a:cubicBezTo>
                    <a:pt x="9593" y="7144"/>
                    <a:pt x="9616" y="7146"/>
                    <a:pt x="9638" y="7146"/>
                  </a:cubicBezTo>
                  <a:cubicBezTo>
                    <a:pt x="9722" y="7146"/>
                    <a:pt x="9798" y="7109"/>
                    <a:pt x="9828" y="7021"/>
                  </a:cubicBezTo>
                  <a:cubicBezTo>
                    <a:pt x="10054" y="6389"/>
                    <a:pt x="10196" y="5743"/>
                    <a:pt x="10327" y="5088"/>
                  </a:cubicBezTo>
                  <a:cubicBezTo>
                    <a:pt x="10357" y="4946"/>
                    <a:pt x="10212" y="4845"/>
                    <a:pt x="10085" y="4845"/>
                  </a:cubicBezTo>
                  <a:cubicBezTo>
                    <a:pt x="10010" y="4845"/>
                    <a:pt x="9941" y="4880"/>
                    <a:pt x="9919" y="4963"/>
                  </a:cubicBezTo>
                  <a:cubicBezTo>
                    <a:pt x="9753" y="5561"/>
                    <a:pt x="9649" y="6156"/>
                    <a:pt x="9456" y="6744"/>
                  </a:cubicBezTo>
                  <a:cubicBezTo>
                    <a:pt x="8902" y="6615"/>
                    <a:pt x="8368" y="6433"/>
                    <a:pt x="7827" y="6240"/>
                  </a:cubicBezTo>
                  <a:cubicBezTo>
                    <a:pt x="7810" y="6235"/>
                    <a:pt x="7790" y="6232"/>
                    <a:pt x="7769" y="6232"/>
                  </a:cubicBezTo>
                  <a:cubicBezTo>
                    <a:pt x="7700" y="6232"/>
                    <a:pt x="7619" y="6261"/>
                    <a:pt x="7590" y="6318"/>
                  </a:cubicBezTo>
                  <a:cubicBezTo>
                    <a:pt x="7320" y="6841"/>
                    <a:pt x="7043" y="7335"/>
                    <a:pt x="6688" y="7802"/>
                  </a:cubicBezTo>
                  <a:cubicBezTo>
                    <a:pt x="6211" y="7443"/>
                    <a:pt x="5739" y="7085"/>
                    <a:pt x="5266" y="6727"/>
                  </a:cubicBezTo>
                  <a:cubicBezTo>
                    <a:pt x="5218" y="6691"/>
                    <a:pt x="5155" y="6668"/>
                    <a:pt x="5094" y="6668"/>
                  </a:cubicBezTo>
                  <a:cubicBezTo>
                    <a:pt x="5046" y="6668"/>
                    <a:pt x="4999" y="6682"/>
                    <a:pt x="4962" y="6716"/>
                  </a:cubicBezTo>
                  <a:cubicBezTo>
                    <a:pt x="4525" y="7102"/>
                    <a:pt x="4093" y="7484"/>
                    <a:pt x="3657" y="7869"/>
                  </a:cubicBezTo>
                  <a:cubicBezTo>
                    <a:pt x="3123" y="7477"/>
                    <a:pt x="2582" y="7089"/>
                    <a:pt x="2035" y="6710"/>
                  </a:cubicBezTo>
                  <a:cubicBezTo>
                    <a:pt x="1997" y="6684"/>
                    <a:pt x="1938" y="6662"/>
                    <a:pt x="1882" y="6662"/>
                  </a:cubicBezTo>
                  <a:cubicBezTo>
                    <a:pt x="1837" y="6662"/>
                    <a:pt x="1795" y="6676"/>
                    <a:pt x="1768" y="6713"/>
                  </a:cubicBezTo>
                  <a:cubicBezTo>
                    <a:pt x="1582" y="6967"/>
                    <a:pt x="1251" y="7325"/>
                    <a:pt x="1041" y="7686"/>
                  </a:cubicBezTo>
                  <a:cubicBezTo>
                    <a:pt x="747" y="6936"/>
                    <a:pt x="551" y="6061"/>
                    <a:pt x="504" y="5017"/>
                  </a:cubicBezTo>
                  <a:cubicBezTo>
                    <a:pt x="400" y="2814"/>
                    <a:pt x="683" y="1499"/>
                    <a:pt x="1396" y="884"/>
                  </a:cubicBezTo>
                  <a:cubicBezTo>
                    <a:pt x="1800" y="534"/>
                    <a:pt x="2345" y="391"/>
                    <a:pt x="3072" y="391"/>
                  </a:cubicBezTo>
                  <a:close/>
                  <a:moveTo>
                    <a:pt x="3094" y="0"/>
                  </a:moveTo>
                  <a:cubicBezTo>
                    <a:pt x="2310" y="0"/>
                    <a:pt x="1640" y="156"/>
                    <a:pt x="1139" y="590"/>
                  </a:cubicBezTo>
                  <a:cubicBezTo>
                    <a:pt x="318" y="1300"/>
                    <a:pt x="1" y="2672"/>
                    <a:pt x="112" y="5037"/>
                  </a:cubicBezTo>
                  <a:cubicBezTo>
                    <a:pt x="352" y="10221"/>
                    <a:pt x="3897" y="11715"/>
                    <a:pt x="6830" y="12052"/>
                  </a:cubicBezTo>
                  <a:cubicBezTo>
                    <a:pt x="7454" y="12125"/>
                    <a:pt x="8055" y="12154"/>
                    <a:pt x="8611" y="12154"/>
                  </a:cubicBezTo>
                  <a:cubicBezTo>
                    <a:pt x="10035" y="12154"/>
                    <a:pt x="11167" y="11968"/>
                    <a:pt x="11649" y="11874"/>
                  </a:cubicBezTo>
                  <a:lnTo>
                    <a:pt x="11649" y="11874"/>
                  </a:lnTo>
                  <a:cubicBezTo>
                    <a:pt x="11636" y="12390"/>
                    <a:pt x="11608" y="13665"/>
                    <a:pt x="11636" y="15371"/>
                  </a:cubicBezTo>
                  <a:cubicBezTo>
                    <a:pt x="11163" y="15033"/>
                    <a:pt x="10396" y="14788"/>
                    <a:pt x="9705" y="14788"/>
                  </a:cubicBezTo>
                  <a:cubicBezTo>
                    <a:pt x="8868" y="14788"/>
                    <a:pt x="8142" y="15148"/>
                    <a:pt x="8189" y="16138"/>
                  </a:cubicBezTo>
                  <a:cubicBezTo>
                    <a:pt x="8237" y="17136"/>
                    <a:pt x="9445" y="17720"/>
                    <a:pt x="10488" y="17720"/>
                  </a:cubicBezTo>
                  <a:cubicBezTo>
                    <a:pt x="10886" y="17720"/>
                    <a:pt x="11260" y="17635"/>
                    <a:pt x="11537" y="17456"/>
                  </a:cubicBezTo>
                  <a:cubicBezTo>
                    <a:pt x="11558" y="17442"/>
                    <a:pt x="11564" y="17409"/>
                    <a:pt x="11558" y="17381"/>
                  </a:cubicBezTo>
                  <a:cubicBezTo>
                    <a:pt x="11555" y="17364"/>
                    <a:pt x="11545" y="17350"/>
                    <a:pt x="11528" y="17350"/>
                  </a:cubicBezTo>
                  <a:cubicBezTo>
                    <a:pt x="11524" y="17350"/>
                    <a:pt x="11521" y="17350"/>
                    <a:pt x="11517" y="17351"/>
                  </a:cubicBezTo>
                  <a:cubicBezTo>
                    <a:pt x="11328" y="17398"/>
                    <a:pt x="11044" y="17426"/>
                    <a:pt x="10726" y="17426"/>
                  </a:cubicBezTo>
                  <a:cubicBezTo>
                    <a:pt x="9596" y="17426"/>
                    <a:pt x="8019" y="17063"/>
                    <a:pt x="8580" y="15814"/>
                  </a:cubicBezTo>
                  <a:cubicBezTo>
                    <a:pt x="8829" y="15258"/>
                    <a:pt x="9273" y="15069"/>
                    <a:pt x="9771" y="15069"/>
                  </a:cubicBezTo>
                  <a:cubicBezTo>
                    <a:pt x="10402" y="15069"/>
                    <a:pt x="11119" y="15371"/>
                    <a:pt x="11639" y="15611"/>
                  </a:cubicBezTo>
                  <a:cubicBezTo>
                    <a:pt x="11649" y="16145"/>
                    <a:pt x="11666" y="16720"/>
                    <a:pt x="11689" y="17321"/>
                  </a:cubicBezTo>
                  <a:cubicBezTo>
                    <a:pt x="11743" y="18743"/>
                    <a:pt x="11838" y="20332"/>
                    <a:pt x="12001" y="21974"/>
                  </a:cubicBezTo>
                  <a:cubicBezTo>
                    <a:pt x="12531" y="27340"/>
                    <a:pt x="13362" y="30081"/>
                    <a:pt x="14471" y="30115"/>
                  </a:cubicBezTo>
                  <a:lnTo>
                    <a:pt x="14498" y="30115"/>
                  </a:lnTo>
                  <a:cubicBezTo>
                    <a:pt x="15383" y="30115"/>
                    <a:pt x="16224" y="28817"/>
                    <a:pt x="16454" y="28425"/>
                  </a:cubicBezTo>
                  <a:lnTo>
                    <a:pt x="19512" y="28223"/>
                  </a:lnTo>
                  <a:cubicBezTo>
                    <a:pt x="19726" y="28729"/>
                    <a:pt x="20445" y="30287"/>
                    <a:pt x="21276" y="30287"/>
                  </a:cubicBezTo>
                  <a:cubicBezTo>
                    <a:pt x="21297" y="30287"/>
                    <a:pt x="21320" y="30287"/>
                    <a:pt x="21340" y="30284"/>
                  </a:cubicBezTo>
                  <a:cubicBezTo>
                    <a:pt x="22172" y="30203"/>
                    <a:pt x="23020" y="28408"/>
                    <a:pt x="23301" y="27763"/>
                  </a:cubicBezTo>
                  <a:cubicBezTo>
                    <a:pt x="23619" y="27834"/>
                    <a:pt x="24360" y="27970"/>
                    <a:pt x="25335" y="27970"/>
                  </a:cubicBezTo>
                  <a:cubicBezTo>
                    <a:pt x="26772" y="27970"/>
                    <a:pt x="28715" y="27675"/>
                    <a:pt x="30559" y="26445"/>
                  </a:cubicBezTo>
                  <a:cubicBezTo>
                    <a:pt x="32850" y="24918"/>
                    <a:pt x="33618" y="22620"/>
                    <a:pt x="33567" y="20981"/>
                  </a:cubicBezTo>
                  <a:cubicBezTo>
                    <a:pt x="33560" y="20707"/>
                    <a:pt x="33513" y="20051"/>
                    <a:pt x="33250" y="19899"/>
                  </a:cubicBezTo>
                  <a:cubicBezTo>
                    <a:pt x="33197" y="19868"/>
                    <a:pt x="33145" y="19855"/>
                    <a:pt x="33093" y="19855"/>
                  </a:cubicBezTo>
                  <a:cubicBezTo>
                    <a:pt x="32925" y="19855"/>
                    <a:pt x="32751" y="19994"/>
                    <a:pt x="32529" y="20170"/>
                  </a:cubicBezTo>
                  <a:cubicBezTo>
                    <a:pt x="32222" y="20413"/>
                    <a:pt x="31776" y="20764"/>
                    <a:pt x="31107" y="20998"/>
                  </a:cubicBezTo>
                  <a:cubicBezTo>
                    <a:pt x="30697" y="21140"/>
                    <a:pt x="30208" y="21238"/>
                    <a:pt x="29613" y="21238"/>
                  </a:cubicBezTo>
                  <a:cubicBezTo>
                    <a:pt x="29447" y="21238"/>
                    <a:pt x="29273" y="21230"/>
                    <a:pt x="29090" y="21214"/>
                  </a:cubicBezTo>
                  <a:cubicBezTo>
                    <a:pt x="28954" y="21204"/>
                    <a:pt x="28819" y="21187"/>
                    <a:pt x="28677" y="21167"/>
                  </a:cubicBezTo>
                  <a:cubicBezTo>
                    <a:pt x="28001" y="21065"/>
                    <a:pt x="27373" y="20903"/>
                    <a:pt x="26785" y="20694"/>
                  </a:cubicBezTo>
                  <a:cubicBezTo>
                    <a:pt x="26001" y="20410"/>
                    <a:pt x="25294" y="20028"/>
                    <a:pt x="24659" y="19548"/>
                  </a:cubicBezTo>
                  <a:cubicBezTo>
                    <a:pt x="24037" y="19078"/>
                    <a:pt x="23486" y="18510"/>
                    <a:pt x="23007" y="17845"/>
                  </a:cubicBezTo>
                  <a:cubicBezTo>
                    <a:pt x="22527" y="17186"/>
                    <a:pt x="22115" y="16429"/>
                    <a:pt x="21766" y="15574"/>
                  </a:cubicBezTo>
                  <a:cubicBezTo>
                    <a:pt x="21760" y="15557"/>
                    <a:pt x="21753" y="15540"/>
                    <a:pt x="21746" y="15523"/>
                  </a:cubicBezTo>
                  <a:cubicBezTo>
                    <a:pt x="21398" y="14658"/>
                    <a:pt x="21077" y="13583"/>
                    <a:pt x="20752" y="12417"/>
                  </a:cubicBezTo>
                  <a:cubicBezTo>
                    <a:pt x="20624" y="11951"/>
                    <a:pt x="20493" y="11475"/>
                    <a:pt x="20361" y="10985"/>
                  </a:cubicBezTo>
                  <a:cubicBezTo>
                    <a:pt x="20270" y="10647"/>
                    <a:pt x="20178" y="10308"/>
                    <a:pt x="20087" y="9971"/>
                  </a:cubicBezTo>
                  <a:cubicBezTo>
                    <a:pt x="19763" y="8781"/>
                    <a:pt x="19425" y="7605"/>
                    <a:pt x="19053" y="6534"/>
                  </a:cubicBezTo>
                  <a:cubicBezTo>
                    <a:pt x="18773" y="5730"/>
                    <a:pt x="18472" y="4983"/>
                    <a:pt x="18141" y="4338"/>
                  </a:cubicBezTo>
                  <a:cubicBezTo>
                    <a:pt x="17765" y="3611"/>
                    <a:pt x="17357" y="3009"/>
                    <a:pt x="16890" y="2591"/>
                  </a:cubicBezTo>
                  <a:cubicBezTo>
                    <a:pt x="15964" y="1763"/>
                    <a:pt x="12966" y="1367"/>
                    <a:pt x="9797" y="948"/>
                  </a:cubicBezTo>
                  <a:cubicBezTo>
                    <a:pt x="8368" y="759"/>
                    <a:pt x="6891" y="563"/>
                    <a:pt x="5692" y="333"/>
                  </a:cubicBezTo>
                  <a:cubicBezTo>
                    <a:pt x="4748" y="150"/>
                    <a:pt x="3866" y="0"/>
                    <a:pt x="309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2"/>
            <p:cNvSpPr/>
            <p:nvPr/>
          </p:nvSpPr>
          <p:spPr>
            <a:xfrm>
              <a:off x="7768306" y="3673017"/>
              <a:ext cx="75037" cy="75182"/>
            </a:xfrm>
            <a:custGeom>
              <a:avLst/>
              <a:gdLst/>
              <a:ahLst/>
              <a:cxnLst/>
              <a:rect l="l" t="t" r="r" b="b"/>
              <a:pathLst>
                <a:path w="1545" h="1548" extrusionOk="0">
                  <a:moveTo>
                    <a:pt x="774" y="0"/>
                  </a:moveTo>
                  <a:cubicBezTo>
                    <a:pt x="345" y="0"/>
                    <a:pt x="0" y="345"/>
                    <a:pt x="0" y="774"/>
                  </a:cubicBezTo>
                  <a:cubicBezTo>
                    <a:pt x="0" y="1200"/>
                    <a:pt x="345" y="1548"/>
                    <a:pt x="774" y="1548"/>
                  </a:cubicBezTo>
                  <a:cubicBezTo>
                    <a:pt x="1200" y="1548"/>
                    <a:pt x="1545" y="1200"/>
                    <a:pt x="1545" y="774"/>
                  </a:cubicBezTo>
                  <a:cubicBezTo>
                    <a:pt x="1545" y="345"/>
                    <a:pt x="1200" y="0"/>
                    <a:pt x="774"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2"/>
            <p:cNvSpPr/>
            <p:nvPr/>
          </p:nvSpPr>
          <p:spPr>
            <a:xfrm>
              <a:off x="7787489" y="4248581"/>
              <a:ext cx="186693" cy="158184"/>
            </a:xfrm>
            <a:custGeom>
              <a:avLst/>
              <a:gdLst/>
              <a:ahLst/>
              <a:cxnLst/>
              <a:rect l="l" t="t" r="r" b="b"/>
              <a:pathLst>
                <a:path w="3844" h="3257" extrusionOk="0">
                  <a:moveTo>
                    <a:pt x="2671" y="0"/>
                  </a:moveTo>
                  <a:cubicBezTo>
                    <a:pt x="1749" y="0"/>
                    <a:pt x="682" y="460"/>
                    <a:pt x="281" y="1342"/>
                  </a:cubicBezTo>
                  <a:cubicBezTo>
                    <a:pt x="0" y="1960"/>
                    <a:pt x="85" y="2745"/>
                    <a:pt x="724" y="3093"/>
                  </a:cubicBezTo>
                  <a:cubicBezTo>
                    <a:pt x="933" y="3207"/>
                    <a:pt x="1150" y="3257"/>
                    <a:pt x="1367" y="3257"/>
                  </a:cubicBezTo>
                  <a:cubicBezTo>
                    <a:pt x="2008" y="3257"/>
                    <a:pt x="2644" y="2821"/>
                    <a:pt x="3045" y="2336"/>
                  </a:cubicBezTo>
                  <a:cubicBezTo>
                    <a:pt x="3532" y="1748"/>
                    <a:pt x="3843" y="643"/>
                    <a:pt x="3116" y="112"/>
                  </a:cubicBezTo>
                  <a:cubicBezTo>
                    <a:pt x="3107" y="105"/>
                    <a:pt x="3098" y="102"/>
                    <a:pt x="3091" y="102"/>
                  </a:cubicBezTo>
                  <a:cubicBezTo>
                    <a:pt x="3066" y="102"/>
                    <a:pt x="3056" y="140"/>
                    <a:pt x="3059" y="176"/>
                  </a:cubicBezTo>
                  <a:cubicBezTo>
                    <a:pt x="3059" y="200"/>
                    <a:pt x="3062" y="223"/>
                    <a:pt x="3073" y="234"/>
                  </a:cubicBezTo>
                  <a:cubicBezTo>
                    <a:pt x="3201" y="372"/>
                    <a:pt x="3305" y="784"/>
                    <a:pt x="3296" y="977"/>
                  </a:cubicBezTo>
                  <a:cubicBezTo>
                    <a:pt x="3288" y="1143"/>
                    <a:pt x="3224" y="1329"/>
                    <a:pt x="3163" y="1480"/>
                  </a:cubicBezTo>
                  <a:cubicBezTo>
                    <a:pt x="3093" y="1667"/>
                    <a:pt x="2995" y="1842"/>
                    <a:pt x="2876" y="2004"/>
                  </a:cubicBezTo>
                  <a:cubicBezTo>
                    <a:pt x="2552" y="2450"/>
                    <a:pt x="2008" y="2904"/>
                    <a:pt x="1437" y="2944"/>
                  </a:cubicBezTo>
                  <a:cubicBezTo>
                    <a:pt x="1402" y="2947"/>
                    <a:pt x="1369" y="2948"/>
                    <a:pt x="1336" y="2948"/>
                  </a:cubicBezTo>
                  <a:cubicBezTo>
                    <a:pt x="536" y="2948"/>
                    <a:pt x="270" y="2173"/>
                    <a:pt x="568" y="1491"/>
                  </a:cubicBezTo>
                  <a:cubicBezTo>
                    <a:pt x="916" y="697"/>
                    <a:pt x="1883" y="223"/>
                    <a:pt x="2704" y="115"/>
                  </a:cubicBezTo>
                  <a:cubicBezTo>
                    <a:pt x="2721" y="115"/>
                    <a:pt x="2728" y="106"/>
                    <a:pt x="2734" y="92"/>
                  </a:cubicBezTo>
                  <a:cubicBezTo>
                    <a:pt x="2751" y="58"/>
                    <a:pt x="2741" y="0"/>
                    <a:pt x="2700" y="0"/>
                  </a:cubicBezTo>
                  <a:cubicBezTo>
                    <a:pt x="2691" y="0"/>
                    <a:pt x="2681" y="0"/>
                    <a:pt x="26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2"/>
            <p:cNvSpPr/>
            <p:nvPr/>
          </p:nvSpPr>
          <p:spPr>
            <a:xfrm>
              <a:off x="8321189" y="4504916"/>
              <a:ext cx="88539" cy="64061"/>
            </a:xfrm>
            <a:custGeom>
              <a:avLst/>
              <a:gdLst/>
              <a:ahLst/>
              <a:cxnLst/>
              <a:rect l="l" t="t" r="r" b="b"/>
              <a:pathLst>
                <a:path w="1823" h="1319" extrusionOk="0">
                  <a:moveTo>
                    <a:pt x="652" y="1"/>
                  </a:moveTo>
                  <a:cubicBezTo>
                    <a:pt x="526" y="1"/>
                    <a:pt x="402" y="36"/>
                    <a:pt x="302" y="106"/>
                  </a:cubicBezTo>
                  <a:cubicBezTo>
                    <a:pt x="214" y="167"/>
                    <a:pt x="143" y="251"/>
                    <a:pt x="110" y="366"/>
                  </a:cubicBezTo>
                  <a:cubicBezTo>
                    <a:pt x="1" y="758"/>
                    <a:pt x="380" y="1093"/>
                    <a:pt x="704" y="1227"/>
                  </a:cubicBezTo>
                  <a:cubicBezTo>
                    <a:pt x="833" y="1281"/>
                    <a:pt x="1004" y="1319"/>
                    <a:pt x="1172" y="1319"/>
                  </a:cubicBezTo>
                  <a:cubicBezTo>
                    <a:pt x="1418" y="1319"/>
                    <a:pt x="1658" y="1239"/>
                    <a:pt x="1758" y="1015"/>
                  </a:cubicBezTo>
                  <a:cubicBezTo>
                    <a:pt x="1822" y="866"/>
                    <a:pt x="1772" y="711"/>
                    <a:pt x="1684" y="582"/>
                  </a:cubicBezTo>
                  <a:cubicBezTo>
                    <a:pt x="1667" y="555"/>
                    <a:pt x="1646" y="528"/>
                    <a:pt x="1626" y="501"/>
                  </a:cubicBezTo>
                  <a:cubicBezTo>
                    <a:pt x="1568" y="438"/>
                    <a:pt x="1374" y="240"/>
                    <a:pt x="1243" y="240"/>
                  </a:cubicBezTo>
                  <a:cubicBezTo>
                    <a:pt x="1222" y="240"/>
                    <a:pt x="1202" y="245"/>
                    <a:pt x="1184" y="257"/>
                  </a:cubicBezTo>
                  <a:cubicBezTo>
                    <a:pt x="1184" y="262"/>
                    <a:pt x="1184" y="262"/>
                    <a:pt x="1180" y="265"/>
                  </a:cubicBezTo>
                  <a:cubicBezTo>
                    <a:pt x="1160" y="285"/>
                    <a:pt x="1164" y="332"/>
                    <a:pt x="1180" y="352"/>
                  </a:cubicBezTo>
                  <a:cubicBezTo>
                    <a:pt x="1214" y="403"/>
                    <a:pt x="1282" y="454"/>
                    <a:pt x="1350" y="508"/>
                  </a:cubicBezTo>
                  <a:cubicBezTo>
                    <a:pt x="1505" y="633"/>
                    <a:pt x="1674" y="772"/>
                    <a:pt x="1488" y="947"/>
                  </a:cubicBezTo>
                  <a:cubicBezTo>
                    <a:pt x="1390" y="1039"/>
                    <a:pt x="1249" y="1074"/>
                    <a:pt x="1106" y="1074"/>
                  </a:cubicBezTo>
                  <a:cubicBezTo>
                    <a:pt x="987" y="1074"/>
                    <a:pt x="866" y="1050"/>
                    <a:pt x="768" y="1015"/>
                  </a:cubicBezTo>
                  <a:cubicBezTo>
                    <a:pt x="562" y="940"/>
                    <a:pt x="288" y="758"/>
                    <a:pt x="325" y="511"/>
                  </a:cubicBezTo>
                  <a:cubicBezTo>
                    <a:pt x="349" y="369"/>
                    <a:pt x="457" y="285"/>
                    <a:pt x="589" y="245"/>
                  </a:cubicBezTo>
                  <a:cubicBezTo>
                    <a:pt x="650" y="227"/>
                    <a:pt x="717" y="218"/>
                    <a:pt x="783" y="218"/>
                  </a:cubicBezTo>
                  <a:cubicBezTo>
                    <a:pt x="881" y="218"/>
                    <a:pt x="977" y="237"/>
                    <a:pt x="1052" y="271"/>
                  </a:cubicBezTo>
                  <a:cubicBezTo>
                    <a:pt x="1057" y="274"/>
                    <a:pt x="1062" y="275"/>
                    <a:pt x="1067" y="275"/>
                  </a:cubicBezTo>
                  <a:cubicBezTo>
                    <a:pt x="1089" y="275"/>
                    <a:pt x="1095" y="242"/>
                    <a:pt x="1093" y="210"/>
                  </a:cubicBezTo>
                  <a:cubicBezTo>
                    <a:pt x="1089" y="190"/>
                    <a:pt x="1086" y="167"/>
                    <a:pt x="1075" y="160"/>
                  </a:cubicBezTo>
                  <a:cubicBezTo>
                    <a:pt x="962" y="54"/>
                    <a:pt x="806" y="1"/>
                    <a:pt x="65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 name="Google Shape;39;p2"/>
            <p:cNvSpPr/>
            <p:nvPr/>
          </p:nvSpPr>
          <p:spPr>
            <a:xfrm>
              <a:off x="8441877" y="4543867"/>
              <a:ext cx="79942" cy="48713"/>
            </a:xfrm>
            <a:custGeom>
              <a:avLst/>
              <a:gdLst/>
              <a:ahLst/>
              <a:cxnLst/>
              <a:rect l="l" t="t" r="r" b="b"/>
              <a:pathLst>
                <a:path w="1646" h="1003" extrusionOk="0">
                  <a:moveTo>
                    <a:pt x="601" y="1"/>
                  </a:moveTo>
                  <a:cubicBezTo>
                    <a:pt x="407" y="1"/>
                    <a:pt x="210" y="85"/>
                    <a:pt x="131" y="257"/>
                  </a:cubicBezTo>
                  <a:cubicBezTo>
                    <a:pt x="0" y="541"/>
                    <a:pt x="290" y="770"/>
                    <a:pt x="524" y="868"/>
                  </a:cubicBezTo>
                  <a:cubicBezTo>
                    <a:pt x="653" y="924"/>
                    <a:pt x="910" y="1002"/>
                    <a:pt x="1134" y="1002"/>
                  </a:cubicBezTo>
                  <a:cubicBezTo>
                    <a:pt x="1302" y="1002"/>
                    <a:pt x="1451" y="958"/>
                    <a:pt x="1513" y="828"/>
                  </a:cubicBezTo>
                  <a:cubicBezTo>
                    <a:pt x="1646" y="561"/>
                    <a:pt x="1315" y="189"/>
                    <a:pt x="1067" y="138"/>
                  </a:cubicBezTo>
                  <a:cubicBezTo>
                    <a:pt x="1063" y="137"/>
                    <a:pt x="1059" y="137"/>
                    <a:pt x="1055" y="137"/>
                  </a:cubicBezTo>
                  <a:cubicBezTo>
                    <a:pt x="1031" y="137"/>
                    <a:pt x="1020" y="163"/>
                    <a:pt x="1017" y="193"/>
                  </a:cubicBezTo>
                  <a:cubicBezTo>
                    <a:pt x="1017" y="223"/>
                    <a:pt x="1027" y="257"/>
                    <a:pt x="1041" y="271"/>
                  </a:cubicBezTo>
                  <a:cubicBezTo>
                    <a:pt x="1112" y="331"/>
                    <a:pt x="1436" y="575"/>
                    <a:pt x="1290" y="703"/>
                  </a:cubicBezTo>
                  <a:cubicBezTo>
                    <a:pt x="1247" y="742"/>
                    <a:pt x="1167" y="753"/>
                    <a:pt x="1087" y="753"/>
                  </a:cubicBezTo>
                  <a:cubicBezTo>
                    <a:pt x="1015" y="753"/>
                    <a:pt x="943" y="745"/>
                    <a:pt x="895" y="740"/>
                  </a:cubicBezTo>
                  <a:cubicBezTo>
                    <a:pt x="788" y="726"/>
                    <a:pt x="672" y="696"/>
                    <a:pt x="571" y="656"/>
                  </a:cubicBezTo>
                  <a:cubicBezTo>
                    <a:pt x="406" y="591"/>
                    <a:pt x="196" y="446"/>
                    <a:pt x="429" y="294"/>
                  </a:cubicBezTo>
                  <a:cubicBezTo>
                    <a:pt x="512" y="240"/>
                    <a:pt x="599" y="222"/>
                    <a:pt x="687" y="222"/>
                  </a:cubicBezTo>
                  <a:cubicBezTo>
                    <a:pt x="765" y="222"/>
                    <a:pt x="843" y="236"/>
                    <a:pt x="922" y="250"/>
                  </a:cubicBezTo>
                  <a:cubicBezTo>
                    <a:pt x="926" y="251"/>
                    <a:pt x="929" y="251"/>
                    <a:pt x="933" y="251"/>
                  </a:cubicBezTo>
                  <a:cubicBezTo>
                    <a:pt x="971" y="251"/>
                    <a:pt x="979" y="216"/>
                    <a:pt x="973" y="179"/>
                  </a:cubicBezTo>
                  <a:cubicBezTo>
                    <a:pt x="966" y="145"/>
                    <a:pt x="953" y="115"/>
                    <a:pt x="936" y="101"/>
                  </a:cubicBezTo>
                  <a:cubicBezTo>
                    <a:pt x="845" y="34"/>
                    <a:pt x="724" y="1"/>
                    <a:pt x="60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2"/>
            <p:cNvSpPr/>
            <p:nvPr/>
          </p:nvSpPr>
          <p:spPr>
            <a:xfrm>
              <a:off x="8341733" y="4593550"/>
              <a:ext cx="121467" cy="66440"/>
            </a:xfrm>
            <a:custGeom>
              <a:avLst/>
              <a:gdLst/>
              <a:ahLst/>
              <a:cxnLst/>
              <a:rect l="l" t="t" r="r" b="b"/>
              <a:pathLst>
                <a:path w="2501" h="1368" extrusionOk="0">
                  <a:moveTo>
                    <a:pt x="1040" y="0"/>
                  </a:moveTo>
                  <a:cubicBezTo>
                    <a:pt x="770" y="0"/>
                    <a:pt x="483" y="82"/>
                    <a:pt x="318" y="257"/>
                  </a:cubicBezTo>
                  <a:cubicBezTo>
                    <a:pt x="0" y="595"/>
                    <a:pt x="450" y="1042"/>
                    <a:pt x="741" y="1204"/>
                  </a:cubicBezTo>
                  <a:cubicBezTo>
                    <a:pt x="927" y="1306"/>
                    <a:pt x="1180" y="1368"/>
                    <a:pt x="1431" y="1368"/>
                  </a:cubicBezTo>
                  <a:cubicBezTo>
                    <a:pt x="1710" y="1368"/>
                    <a:pt x="1986" y="1292"/>
                    <a:pt x="2163" y="1113"/>
                  </a:cubicBezTo>
                  <a:cubicBezTo>
                    <a:pt x="2501" y="768"/>
                    <a:pt x="2197" y="265"/>
                    <a:pt x="1808" y="126"/>
                  </a:cubicBezTo>
                  <a:cubicBezTo>
                    <a:pt x="1799" y="123"/>
                    <a:pt x="1791" y="122"/>
                    <a:pt x="1784" y="122"/>
                  </a:cubicBezTo>
                  <a:cubicBezTo>
                    <a:pt x="1749" y="122"/>
                    <a:pt x="1738" y="154"/>
                    <a:pt x="1738" y="190"/>
                  </a:cubicBezTo>
                  <a:cubicBezTo>
                    <a:pt x="1738" y="231"/>
                    <a:pt x="1751" y="274"/>
                    <a:pt x="1778" y="295"/>
                  </a:cubicBezTo>
                  <a:cubicBezTo>
                    <a:pt x="1846" y="338"/>
                    <a:pt x="1923" y="379"/>
                    <a:pt x="1974" y="444"/>
                  </a:cubicBezTo>
                  <a:cubicBezTo>
                    <a:pt x="2095" y="589"/>
                    <a:pt x="2116" y="849"/>
                    <a:pt x="1944" y="971"/>
                  </a:cubicBezTo>
                  <a:cubicBezTo>
                    <a:pt x="1825" y="1055"/>
                    <a:pt x="1670" y="1093"/>
                    <a:pt x="1524" y="1109"/>
                  </a:cubicBezTo>
                  <a:cubicBezTo>
                    <a:pt x="1458" y="1117"/>
                    <a:pt x="1391" y="1121"/>
                    <a:pt x="1324" y="1121"/>
                  </a:cubicBezTo>
                  <a:cubicBezTo>
                    <a:pt x="1053" y="1121"/>
                    <a:pt x="779" y="1049"/>
                    <a:pt x="582" y="849"/>
                  </a:cubicBezTo>
                  <a:cubicBezTo>
                    <a:pt x="171" y="430"/>
                    <a:pt x="824" y="196"/>
                    <a:pt x="1247" y="196"/>
                  </a:cubicBezTo>
                  <a:cubicBezTo>
                    <a:pt x="1319" y="196"/>
                    <a:pt x="1384" y="203"/>
                    <a:pt x="1437" y="217"/>
                  </a:cubicBezTo>
                  <a:cubicBezTo>
                    <a:pt x="1442" y="218"/>
                    <a:pt x="1447" y="219"/>
                    <a:pt x="1451" y="219"/>
                  </a:cubicBezTo>
                  <a:cubicBezTo>
                    <a:pt x="1488" y="219"/>
                    <a:pt x="1493" y="168"/>
                    <a:pt x="1481" y="126"/>
                  </a:cubicBezTo>
                  <a:cubicBezTo>
                    <a:pt x="1471" y="99"/>
                    <a:pt x="1460" y="75"/>
                    <a:pt x="1440" y="68"/>
                  </a:cubicBezTo>
                  <a:cubicBezTo>
                    <a:pt x="1326" y="24"/>
                    <a:pt x="1185" y="0"/>
                    <a:pt x="104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 name="Google Shape;41;p2"/>
          <p:cNvGrpSpPr/>
          <p:nvPr/>
        </p:nvGrpSpPr>
        <p:grpSpPr>
          <a:xfrm flipH="1">
            <a:off x="830000" y="137100"/>
            <a:ext cx="1469422" cy="1228432"/>
            <a:chOff x="-304950" y="1799125"/>
            <a:chExt cx="1469422" cy="1228432"/>
          </a:xfrm>
        </p:grpSpPr>
        <p:sp>
          <p:nvSpPr>
            <p:cNvPr id="42" name="Google Shape;42;p2"/>
            <p:cNvSpPr/>
            <p:nvPr/>
          </p:nvSpPr>
          <p:spPr>
            <a:xfrm>
              <a:off x="-304950" y="2353565"/>
              <a:ext cx="1181737" cy="673993"/>
            </a:xfrm>
            <a:custGeom>
              <a:avLst/>
              <a:gdLst/>
              <a:ahLst/>
              <a:cxnLst/>
              <a:rect l="l" t="t" r="r" b="b"/>
              <a:pathLst>
                <a:path w="22071" h="12588" extrusionOk="0">
                  <a:moveTo>
                    <a:pt x="7465" y="0"/>
                  </a:moveTo>
                  <a:lnTo>
                    <a:pt x="7154" y="254"/>
                  </a:lnTo>
                  <a:cubicBezTo>
                    <a:pt x="7161" y="278"/>
                    <a:pt x="7161" y="312"/>
                    <a:pt x="7140" y="328"/>
                  </a:cubicBezTo>
                  <a:cubicBezTo>
                    <a:pt x="6028" y="1251"/>
                    <a:pt x="4971" y="2251"/>
                    <a:pt x="3843" y="3167"/>
                  </a:cubicBezTo>
                  <a:cubicBezTo>
                    <a:pt x="2714" y="4083"/>
                    <a:pt x="1491" y="5367"/>
                    <a:pt x="136" y="5935"/>
                  </a:cubicBezTo>
                  <a:cubicBezTo>
                    <a:pt x="129" y="5937"/>
                    <a:pt x="124" y="5938"/>
                    <a:pt x="119" y="5938"/>
                  </a:cubicBezTo>
                  <a:cubicBezTo>
                    <a:pt x="109" y="5938"/>
                    <a:pt x="101" y="5935"/>
                    <a:pt x="95" y="5928"/>
                  </a:cubicBezTo>
                  <a:lnTo>
                    <a:pt x="0" y="6002"/>
                  </a:lnTo>
                  <a:cubicBezTo>
                    <a:pt x="0" y="6002"/>
                    <a:pt x="2126" y="9831"/>
                    <a:pt x="10169" y="11930"/>
                  </a:cubicBezTo>
                  <a:cubicBezTo>
                    <a:pt x="12055" y="12423"/>
                    <a:pt x="14007" y="12588"/>
                    <a:pt x="15770" y="12588"/>
                  </a:cubicBezTo>
                  <a:cubicBezTo>
                    <a:pt x="19297" y="12588"/>
                    <a:pt x="22071" y="11930"/>
                    <a:pt x="22071" y="11930"/>
                  </a:cubicBezTo>
                  <a:lnTo>
                    <a:pt x="21921" y="10973"/>
                  </a:lnTo>
                  <a:cubicBezTo>
                    <a:pt x="21912" y="10980"/>
                    <a:pt x="21901" y="10984"/>
                    <a:pt x="21890" y="10984"/>
                  </a:cubicBezTo>
                  <a:cubicBezTo>
                    <a:pt x="21871" y="10984"/>
                    <a:pt x="21851" y="10971"/>
                    <a:pt x="21840" y="10943"/>
                  </a:cubicBezTo>
                  <a:cubicBezTo>
                    <a:pt x="21364" y="9530"/>
                    <a:pt x="21232" y="7969"/>
                    <a:pt x="21009" y="6502"/>
                  </a:cubicBezTo>
                  <a:cubicBezTo>
                    <a:pt x="20881" y="5685"/>
                    <a:pt x="20762" y="4863"/>
                    <a:pt x="20664" y="4039"/>
                  </a:cubicBezTo>
                  <a:cubicBezTo>
                    <a:pt x="20634" y="3803"/>
                    <a:pt x="20472" y="3191"/>
                    <a:pt x="20624" y="2937"/>
                  </a:cubicBezTo>
                  <a:cubicBezTo>
                    <a:pt x="17805" y="2876"/>
                    <a:pt x="15552" y="2623"/>
                    <a:pt x="13555" y="2177"/>
                  </a:cubicBezTo>
                  <a:lnTo>
                    <a:pt x="13555" y="2187"/>
                  </a:lnTo>
                  <a:cubicBezTo>
                    <a:pt x="13217" y="3617"/>
                    <a:pt x="12585" y="5012"/>
                    <a:pt x="12081" y="6387"/>
                  </a:cubicBezTo>
                  <a:cubicBezTo>
                    <a:pt x="11530" y="7888"/>
                    <a:pt x="10899" y="9368"/>
                    <a:pt x="10351" y="10865"/>
                  </a:cubicBezTo>
                  <a:cubicBezTo>
                    <a:pt x="10342" y="10890"/>
                    <a:pt x="10328" y="10901"/>
                    <a:pt x="10314" y="10901"/>
                  </a:cubicBezTo>
                  <a:cubicBezTo>
                    <a:pt x="10281" y="10901"/>
                    <a:pt x="10246" y="10847"/>
                    <a:pt x="10263" y="10804"/>
                  </a:cubicBezTo>
                  <a:cubicBezTo>
                    <a:pt x="10807" y="9321"/>
                    <a:pt x="11273" y="7797"/>
                    <a:pt x="11818" y="6309"/>
                  </a:cubicBezTo>
                  <a:cubicBezTo>
                    <a:pt x="12321" y="4935"/>
                    <a:pt x="12736" y="3455"/>
                    <a:pt x="13402" y="2146"/>
                  </a:cubicBezTo>
                  <a:cubicBezTo>
                    <a:pt x="11264" y="1657"/>
                    <a:pt x="9414" y="944"/>
                    <a:pt x="74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2"/>
            <p:cNvSpPr/>
            <p:nvPr/>
          </p:nvSpPr>
          <p:spPr>
            <a:xfrm>
              <a:off x="-20901" y="2114387"/>
              <a:ext cx="51454" cy="33036"/>
            </a:xfrm>
            <a:custGeom>
              <a:avLst/>
              <a:gdLst/>
              <a:ahLst/>
              <a:cxnLst/>
              <a:rect l="l" t="t" r="r" b="b"/>
              <a:pathLst>
                <a:path w="961" h="617" extrusionOk="0">
                  <a:moveTo>
                    <a:pt x="586" y="0"/>
                  </a:moveTo>
                  <a:cubicBezTo>
                    <a:pt x="511" y="4"/>
                    <a:pt x="433" y="0"/>
                    <a:pt x="366" y="17"/>
                  </a:cubicBezTo>
                  <a:cubicBezTo>
                    <a:pt x="204" y="51"/>
                    <a:pt x="1" y="197"/>
                    <a:pt x="65" y="389"/>
                  </a:cubicBezTo>
                  <a:cubicBezTo>
                    <a:pt x="119" y="547"/>
                    <a:pt x="387" y="616"/>
                    <a:pt x="596" y="616"/>
                  </a:cubicBezTo>
                  <a:cubicBezTo>
                    <a:pt x="674" y="616"/>
                    <a:pt x="744" y="606"/>
                    <a:pt x="792" y="588"/>
                  </a:cubicBezTo>
                  <a:cubicBezTo>
                    <a:pt x="960" y="524"/>
                    <a:pt x="946" y="355"/>
                    <a:pt x="869" y="220"/>
                  </a:cubicBezTo>
                  <a:cubicBezTo>
                    <a:pt x="795" y="91"/>
                    <a:pt x="700" y="30"/>
                    <a:pt x="5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2"/>
            <p:cNvSpPr/>
            <p:nvPr/>
          </p:nvSpPr>
          <p:spPr>
            <a:xfrm>
              <a:off x="421690" y="2290491"/>
              <a:ext cx="51026" cy="24951"/>
            </a:xfrm>
            <a:custGeom>
              <a:avLst/>
              <a:gdLst/>
              <a:ahLst/>
              <a:cxnLst/>
              <a:rect l="l" t="t" r="r" b="b"/>
              <a:pathLst>
                <a:path w="953" h="466" extrusionOk="0">
                  <a:moveTo>
                    <a:pt x="440" y="0"/>
                  </a:moveTo>
                  <a:cubicBezTo>
                    <a:pt x="277" y="0"/>
                    <a:pt x="68" y="57"/>
                    <a:pt x="41" y="212"/>
                  </a:cubicBezTo>
                  <a:cubicBezTo>
                    <a:pt x="0" y="439"/>
                    <a:pt x="423" y="466"/>
                    <a:pt x="561" y="466"/>
                  </a:cubicBezTo>
                  <a:cubicBezTo>
                    <a:pt x="700" y="466"/>
                    <a:pt x="953" y="411"/>
                    <a:pt x="848" y="222"/>
                  </a:cubicBezTo>
                  <a:cubicBezTo>
                    <a:pt x="778" y="97"/>
                    <a:pt x="636" y="43"/>
                    <a:pt x="491" y="2"/>
                  </a:cubicBezTo>
                  <a:cubicBezTo>
                    <a:pt x="474" y="1"/>
                    <a:pt x="457" y="0"/>
                    <a:pt x="44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2"/>
            <p:cNvSpPr/>
            <p:nvPr/>
          </p:nvSpPr>
          <p:spPr>
            <a:xfrm>
              <a:off x="839544" y="2338519"/>
              <a:ext cx="64947" cy="39943"/>
            </a:xfrm>
            <a:custGeom>
              <a:avLst/>
              <a:gdLst/>
              <a:ahLst/>
              <a:cxnLst/>
              <a:rect l="l" t="t" r="r" b="b"/>
              <a:pathLst>
                <a:path w="1213" h="746" extrusionOk="0">
                  <a:moveTo>
                    <a:pt x="800" y="1"/>
                  </a:moveTo>
                  <a:cubicBezTo>
                    <a:pt x="546" y="15"/>
                    <a:pt x="259" y="116"/>
                    <a:pt x="144" y="333"/>
                  </a:cubicBezTo>
                  <a:cubicBezTo>
                    <a:pt x="0" y="606"/>
                    <a:pt x="500" y="745"/>
                    <a:pt x="746" y="745"/>
                  </a:cubicBezTo>
                  <a:cubicBezTo>
                    <a:pt x="770" y="745"/>
                    <a:pt x="792" y="744"/>
                    <a:pt x="810" y="741"/>
                  </a:cubicBezTo>
                  <a:cubicBezTo>
                    <a:pt x="1030" y="707"/>
                    <a:pt x="1212" y="521"/>
                    <a:pt x="1212" y="295"/>
                  </a:cubicBezTo>
                  <a:cubicBezTo>
                    <a:pt x="1212" y="204"/>
                    <a:pt x="1178" y="127"/>
                    <a:pt x="1104" y="72"/>
                  </a:cubicBezTo>
                  <a:cubicBezTo>
                    <a:pt x="1013" y="8"/>
                    <a:pt x="902" y="25"/>
                    <a:pt x="80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2"/>
            <p:cNvSpPr/>
            <p:nvPr/>
          </p:nvSpPr>
          <p:spPr>
            <a:xfrm>
              <a:off x="-216496" y="2018117"/>
              <a:ext cx="1366458" cy="435193"/>
            </a:xfrm>
            <a:custGeom>
              <a:avLst/>
              <a:gdLst/>
              <a:ahLst/>
              <a:cxnLst/>
              <a:rect l="l" t="t" r="r" b="b"/>
              <a:pathLst>
                <a:path w="25521" h="8128" extrusionOk="0">
                  <a:moveTo>
                    <a:pt x="4138" y="1493"/>
                  </a:moveTo>
                  <a:cubicBezTo>
                    <a:pt x="4230" y="1493"/>
                    <a:pt x="4330" y="1525"/>
                    <a:pt x="4404" y="1561"/>
                  </a:cubicBezTo>
                  <a:cubicBezTo>
                    <a:pt x="4552" y="1633"/>
                    <a:pt x="4677" y="1747"/>
                    <a:pt x="4769" y="1883"/>
                  </a:cubicBezTo>
                  <a:cubicBezTo>
                    <a:pt x="4891" y="2065"/>
                    <a:pt x="4972" y="2335"/>
                    <a:pt x="4827" y="2528"/>
                  </a:cubicBezTo>
                  <a:cubicBezTo>
                    <a:pt x="4721" y="2670"/>
                    <a:pt x="4541" y="2716"/>
                    <a:pt x="4358" y="2716"/>
                  </a:cubicBezTo>
                  <a:cubicBezTo>
                    <a:pt x="4217" y="2716"/>
                    <a:pt x="4074" y="2689"/>
                    <a:pt x="3961" y="2656"/>
                  </a:cubicBezTo>
                  <a:cubicBezTo>
                    <a:pt x="3617" y="2555"/>
                    <a:pt x="3252" y="2265"/>
                    <a:pt x="3428" y="1869"/>
                  </a:cubicBezTo>
                  <a:cubicBezTo>
                    <a:pt x="3525" y="1643"/>
                    <a:pt x="3768" y="1528"/>
                    <a:pt x="4016" y="1518"/>
                  </a:cubicBezTo>
                  <a:cubicBezTo>
                    <a:pt x="4052" y="1500"/>
                    <a:pt x="4094" y="1493"/>
                    <a:pt x="4138" y="1493"/>
                  </a:cubicBezTo>
                  <a:close/>
                  <a:moveTo>
                    <a:pt x="12348" y="4862"/>
                  </a:moveTo>
                  <a:cubicBezTo>
                    <a:pt x="12607" y="4862"/>
                    <a:pt x="12888" y="5063"/>
                    <a:pt x="12987" y="5289"/>
                  </a:cubicBezTo>
                  <a:cubicBezTo>
                    <a:pt x="13138" y="5630"/>
                    <a:pt x="12838" y="5802"/>
                    <a:pt x="12535" y="5802"/>
                  </a:cubicBezTo>
                  <a:cubicBezTo>
                    <a:pt x="12531" y="5802"/>
                    <a:pt x="12528" y="5802"/>
                    <a:pt x="12524" y="5802"/>
                  </a:cubicBezTo>
                  <a:cubicBezTo>
                    <a:pt x="12210" y="5802"/>
                    <a:pt x="11663" y="5644"/>
                    <a:pt x="11724" y="5225"/>
                  </a:cubicBezTo>
                  <a:cubicBezTo>
                    <a:pt x="11744" y="5086"/>
                    <a:pt x="11842" y="4978"/>
                    <a:pt x="11967" y="4924"/>
                  </a:cubicBezTo>
                  <a:cubicBezTo>
                    <a:pt x="12030" y="4895"/>
                    <a:pt x="12092" y="4884"/>
                    <a:pt x="12151" y="4884"/>
                  </a:cubicBezTo>
                  <a:cubicBezTo>
                    <a:pt x="12167" y="4884"/>
                    <a:pt x="12184" y="4885"/>
                    <a:pt x="12200" y="4887"/>
                  </a:cubicBezTo>
                  <a:cubicBezTo>
                    <a:pt x="12247" y="4870"/>
                    <a:pt x="12297" y="4862"/>
                    <a:pt x="12348" y="4862"/>
                  </a:cubicBezTo>
                  <a:close/>
                  <a:moveTo>
                    <a:pt x="20574" y="5778"/>
                  </a:moveTo>
                  <a:cubicBezTo>
                    <a:pt x="20861" y="5778"/>
                    <a:pt x="21106" y="5988"/>
                    <a:pt x="21149" y="6282"/>
                  </a:cubicBezTo>
                  <a:cubicBezTo>
                    <a:pt x="21182" y="6526"/>
                    <a:pt x="21063" y="6772"/>
                    <a:pt x="20848" y="6894"/>
                  </a:cubicBezTo>
                  <a:cubicBezTo>
                    <a:pt x="20741" y="6955"/>
                    <a:pt x="20621" y="6981"/>
                    <a:pt x="20498" y="6981"/>
                  </a:cubicBezTo>
                  <a:cubicBezTo>
                    <a:pt x="20271" y="6981"/>
                    <a:pt x="20036" y="6892"/>
                    <a:pt x="19861" y="6769"/>
                  </a:cubicBezTo>
                  <a:cubicBezTo>
                    <a:pt x="19600" y="6587"/>
                    <a:pt x="19509" y="6265"/>
                    <a:pt x="19756" y="6029"/>
                  </a:cubicBezTo>
                  <a:cubicBezTo>
                    <a:pt x="19924" y="5868"/>
                    <a:pt x="20150" y="5796"/>
                    <a:pt x="20376" y="5796"/>
                  </a:cubicBezTo>
                  <a:cubicBezTo>
                    <a:pt x="20405" y="5796"/>
                    <a:pt x="20434" y="5797"/>
                    <a:pt x="20462" y="5799"/>
                  </a:cubicBezTo>
                  <a:cubicBezTo>
                    <a:pt x="20469" y="5796"/>
                    <a:pt x="20469" y="5786"/>
                    <a:pt x="20475" y="5786"/>
                  </a:cubicBezTo>
                  <a:cubicBezTo>
                    <a:pt x="20509" y="5781"/>
                    <a:pt x="20542" y="5778"/>
                    <a:pt x="20574" y="5778"/>
                  </a:cubicBezTo>
                  <a:close/>
                  <a:moveTo>
                    <a:pt x="3776" y="0"/>
                  </a:moveTo>
                  <a:cubicBezTo>
                    <a:pt x="3554" y="0"/>
                    <a:pt x="3332" y="6"/>
                    <a:pt x="3110" y="20"/>
                  </a:cubicBezTo>
                  <a:cubicBezTo>
                    <a:pt x="2363" y="72"/>
                    <a:pt x="1484" y="166"/>
                    <a:pt x="886" y="666"/>
                  </a:cubicBezTo>
                  <a:cubicBezTo>
                    <a:pt x="1" y="1407"/>
                    <a:pt x="440" y="2305"/>
                    <a:pt x="1221" y="2917"/>
                  </a:cubicBezTo>
                  <a:cubicBezTo>
                    <a:pt x="2964" y="4282"/>
                    <a:pt x="5381" y="5141"/>
                    <a:pt x="7458" y="5827"/>
                  </a:cubicBezTo>
                  <a:cubicBezTo>
                    <a:pt x="10105" y="6699"/>
                    <a:pt x="12848" y="7239"/>
                    <a:pt x="15606" y="7607"/>
                  </a:cubicBezTo>
                  <a:cubicBezTo>
                    <a:pt x="17347" y="7842"/>
                    <a:pt x="19174" y="8128"/>
                    <a:pt x="20973" y="8128"/>
                  </a:cubicBezTo>
                  <a:cubicBezTo>
                    <a:pt x="21741" y="8128"/>
                    <a:pt x="22504" y="8076"/>
                    <a:pt x="23253" y="7945"/>
                  </a:cubicBezTo>
                  <a:cubicBezTo>
                    <a:pt x="24003" y="7817"/>
                    <a:pt x="25521" y="7505"/>
                    <a:pt x="25078" y="6438"/>
                  </a:cubicBezTo>
                  <a:cubicBezTo>
                    <a:pt x="24724" y="5579"/>
                    <a:pt x="23548" y="4968"/>
                    <a:pt x="22780" y="4535"/>
                  </a:cubicBezTo>
                  <a:cubicBezTo>
                    <a:pt x="22114" y="4160"/>
                    <a:pt x="21422" y="3843"/>
                    <a:pt x="20689" y="3633"/>
                  </a:cubicBezTo>
                  <a:cubicBezTo>
                    <a:pt x="20682" y="3647"/>
                    <a:pt x="20675" y="3664"/>
                    <a:pt x="20651" y="3670"/>
                  </a:cubicBezTo>
                  <a:cubicBezTo>
                    <a:pt x="19356" y="4080"/>
                    <a:pt x="17946" y="4264"/>
                    <a:pt x="16537" y="4264"/>
                  </a:cubicBezTo>
                  <a:cubicBezTo>
                    <a:pt x="15295" y="4264"/>
                    <a:pt x="14054" y="4121"/>
                    <a:pt x="12892" y="3863"/>
                  </a:cubicBezTo>
                  <a:cubicBezTo>
                    <a:pt x="10950" y="3430"/>
                    <a:pt x="8168" y="2491"/>
                    <a:pt x="7073" y="663"/>
                  </a:cubicBezTo>
                  <a:cubicBezTo>
                    <a:pt x="7045" y="677"/>
                    <a:pt x="7013" y="683"/>
                    <a:pt x="6980" y="683"/>
                  </a:cubicBezTo>
                  <a:cubicBezTo>
                    <a:pt x="6868" y="683"/>
                    <a:pt x="6751" y="607"/>
                    <a:pt x="6769" y="484"/>
                  </a:cubicBezTo>
                  <a:cubicBezTo>
                    <a:pt x="6789" y="359"/>
                    <a:pt x="6827" y="237"/>
                    <a:pt x="6867" y="115"/>
                  </a:cubicBezTo>
                  <a:lnTo>
                    <a:pt x="6867" y="115"/>
                  </a:lnTo>
                  <a:cubicBezTo>
                    <a:pt x="6823" y="116"/>
                    <a:pt x="6779" y="116"/>
                    <a:pt x="6734" y="116"/>
                  </a:cubicBezTo>
                  <a:cubicBezTo>
                    <a:pt x="5747" y="116"/>
                    <a:pt x="4762" y="0"/>
                    <a:pt x="37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 name="Google Shape;47;p2"/>
            <p:cNvSpPr/>
            <p:nvPr/>
          </p:nvSpPr>
          <p:spPr>
            <a:xfrm>
              <a:off x="589067" y="2438216"/>
              <a:ext cx="176423" cy="24362"/>
            </a:xfrm>
            <a:custGeom>
              <a:avLst/>
              <a:gdLst/>
              <a:ahLst/>
              <a:cxnLst/>
              <a:rect l="l" t="t" r="r" b="b"/>
              <a:pathLst>
                <a:path w="3295" h="455" extrusionOk="0">
                  <a:moveTo>
                    <a:pt x="1" y="1"/>
                  </a:moveTo>
                  <a:lnTo>
                    <a:pt x="1" y="1"/>
                  </a:lnTo>
                  <a:cubicBezTo>
                    <a:pt x="1227" y="221"/>
                    <a:pt x="2325" y="366"/>
                    <a:pt x="3295" y="454"/>
                  </a:cubicBezTo>
                  <a:cubicBezTo>
                    <a:pt x="2342" y="339"/>
                    <a:pt x="1409" y="194"/>
                    <a:pt x="524" y="76"/>
                  </a:cubicBezTo>
                  <a:cubicBezTo>
                    <a:pt x="348" y="52"/>
                    <a:pt x="172" y="2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 name="Google Shape;48;p2"/>
            <p:cNvSpPr/>
            <p:nvPr/>
          </p:nvSpPr>
          <p:spPr>
            <a:xfrm>
              <a:off x="-229507" y="1799125"/>
              <a:ext cx="1393979" cy="673618"/>
            </a:xfrm>
            <a:custGeom>
              <a:avLst/>
              <a:gdLst/>
              <a:ahLst/>
              <a:cxnLst/>
              <a:rect l="l" t="t" r="r" b="b"/>
              <a:pathLst>
                <a:path w="26035" h="12581" extrusionOk="0">
                  <a:moveTo>
                    <a:pt x="13867" y="419"/>
                  </a:moveTo>
                  <a:cubicBezTo>
                    <a:pt x="13999" y="419"/>
                    <a:pt x="14132" y="424"/>
                    <a:pt x="14264" y="434"/>
                  </a:cubicBezTo>
                  <a:cubicBezTo>
                    <a:pt x="16100" y="570"/>
                    <a:pt x="17752" y="1401"/>
                    <a:pt x="18954" y="2789"/>
                  </a:cubicBezTo>
                  <a:cubicBezTo>
                    <a:pt x="19546" y="3475"/>
                    <a:pt x="19874" y="4121"/>
                    <a:pt x="20191" y="4976"/>
                  </a:cubicBezTo>
                  <a:cubicBezTo>
                    <a:pt x="20520" y="5857"/>
                    <a:pt x="20611" y="6642"/>
                    <a:pt x="20763" y="7537"/>
                  </a:cubicBezTo>
                  <a:cubicBezTo>
                    <a:pt x="19285" y="7770"/>
                    <a:pt x="17839" y="7952"/>
                    <a:pt x="16384" y="7952"/>
                  </a:cubicBezTo>
                  <a:cubicBezTo>
                    <a:pt x="15433" y="7952"/>
                    <a:pt x="14478" y="7875"/>
                    <a:pt x="13508" y="7682"/>
                  </a:cubicBezTo>
                  <a:cubicBezTo>
                    <a:pt x="12365" y="7459"/>
                    <a:pt x="11257" y="7094"/>
                    <a:pt x="10206" y="6591"/>
                  </a:cubicBezTo>
                  <a:cubicBezTo>
                    <a:pt x="9253" y="6135"/>
                    <a:pt x="8050" y="5587"/>
                    <a:pt x="7486" y="4648"/>
                  </a:cubicBezTo>
                  <a:cubicBezTo>
                    <a:pt x="7475" y="4628"/>
                    <a:pt x="7458" y="4614"/>
                    <a:pt x="7445" y="4600"/>
                  </a:cubicBezTo>
                  <a:cubicBezTo>
                    <a:pt x="8175" y="3479"/>
                    <a:pt x="8821" y="2488"/>
                    <a:pt x="9976" y="1721"/>
                  </a:cubicBezTo>
                  <a:cubicBezTo>
                    <a:pt x="11125" y="959"/>
                    <a:pt x="12476" y="419"/>
                    <a:pt x="13867" y="419"/>
                  </a:cubicBezTo>
                  <a:close/>
                  <a:moveTo>
                    <a:pt x="4019" y="4090"/>
                  </a:moveTo>
                  <a:cubicBezTo>
                    <a:pt x="5005" y="4090"/>
                    <a:pt x="5990" y="4206"/>
                    <a:pt x="6977" y="4206"/>
                  </a:cubicBezTo>
                  <a:cubicBezTo>
                    <a:pt x="7022" y="4206"/>
                    <a:pt x="7066" y="4206"/>
                    <a:pt x="7110" y="4205"/>
                  </a:cubicBezTo>
                  <a:lnTo>
                    <a:pt x="7110" y="4205"/>
                  </a:lnTo>
                  <a:cubicBezTo>
                    <a:pt x="7070" y="4327"/>
                    <a:pt x="7032" y="4449"/>
                    <a:pt x="7012" y="4574"/>
                  </a:cubicBezTo>
                  <a:cubicBezTo>
                    <a:pt x="6994" y="4697"/>
                    <a:pt x="7111" y="4773"/>
                    <a:pt x="7223" y="4773"/>
                  </a:cubicBezTo>
                  <a:cubicBezTo>
                    <a:pt x="7256" y="4773"/>
                    <a:pt x="7288" y="4767"/>
                    <a:pt x="7316" y="4753"/>
                  </a:cubicBezTo>
                  <a:cubicBezTo>
                    <a:pt x="8411" y="6581"/>
                    <a:pt x="11193" y="7520"/>
                    <a:pt x="13135" y="7953"/>
                  </a:cubicBezTo>
                  <a:cubicBezTo>
                    <a:pt x="14297" y="8211"/>
                    <a:pt x="15538" y="8354"/>
                    <a:pt x="16780" y="8354"/>
                  </a:cubicBezTo>
                  <a:cubicBezTo>
                    <a:pt x="18189" y="8354"/>
                    <a:pt x="19599" y="8170"/>
                    <a:pt x="20894" y="7760"/>
                  </a:cubicBezTo>
                  <a:cubicBezTo>
                    <a:pt x="20918" y="7754"/>
                    <a:pt x="20925" y="7737"/>
                    <a:pt x="20932" y="7723"/>
                  </a:cubicBezTo>
                  <a:cubicBezTo>
                    <a:pt x="21665" y="7933"/>
                    <a:pt x="22357" y="8250"/>
                    <a:pt x="23023" y="8625"/>
                  </a:cubicBezTo>
                  <a:cubicBezTo>
                    <a:pt x="23791" y="9058"/>
                    <a:pt x="24967" y="9669"/>
                    <a:pt x="25321" y="10528"/>
                  </a:cubicBezTo>
                  <a:cubicBezTo>
                    <a:pt x="25764" y="11595"/>
                    <a:pt x="24246" y="11907"/>
                    <a:pt x="23496" y="12035"/>
                  </a:cubicBezTo>
                  <a:cubicBezTo>
                    <a:pt x="22747" y="12166"/>
                    <a:pt x="21984" y="12218"/>
                    <a:pt x="21216" y="12218"/>
                  </a:cubicBezTo>
                  <a:cubicBezTo>
                    <a:pt x="19417" y="12218"/>
                    <a:pt x="17590" y="11932"/>
                    <a:pt x="15849" y="11697"/>
                  </a:cubicBezTo>
                  <a:cubicBezTo>
                    <a:pt x="13091" y="11329"/>
                    <a:pt x="10348" y="10789"/>
                    <a:pt x="7701" y="9917"/>
                  </a:cubicBezTo>
                  <a:cubicBezTo>
                    <a:pt x="5624" y="9231"/>
                    <a:pt x="3207" y="8372"/>
                    <a:pt x="1464" y="7007"/>
                  </a:cubicBezTo>
                  <a:cubicBezTo>
                    <a:pt x="683" y="6395"/>
                    <a:pt x="244" y="5497"/>
                    <a:pt x="1129" y="4756"/>
                  </a:cubicBezTo>
                  <a:cubicBezTo>
                    <a:pt x="1727" y="4256"/>
                    <a:pt x="2606" y="4162"/>
                    <a:pt x="3353" y="4110"/>
                  </a:cubicBezTo>
                  <a:cubicBezTo>
                    <a:pt x="3575" y="4096"/>
                    <a:pt x="3797" y="4090"/>
                    <a:pt x="4019" y="4090"/>
                  </a:cubicBezTo>
                  <a:close/>
                  <a:moveTo>
                    <a:pt x="13880" y="1"/>
                  </a:moveTo>
                  <a:cubicBezTo>
                    <a:pt x="12554" y="1"/>
                    <a:pt x="11270" y="398"/>
                    <a:pt x="10114" y="1089"/>
                  </a:cubicBezTo>
                  <a:cubicBezTo>
                    <a:pt x="9094" y="1694"/>
                    <a:pt x="7709" y="2763"/>
                    <a:pt x="7191" y="3982"/>
                  </a:cubicBezTo>
                  <a:lnTo>
                    <a:pt x="7191" y="3979"/>
                  </a:lnTo>
                  <a:cubicBezTo>
                    <a:pt x="6430" y="3945"/>
                    <a:pt x="5018" y="3713"/>
                    <a:pt x="3660" y="3713"/>
                  </a:cubicBezTo>
                  <a:cubicBezTo>
                    <a:pt x="2040" y="3713"/>
                    <a:pt x="498" y="4044"/>
                    <a:pt x="233" y="5436"/>
                  </a:cubicBezTo>
                  <a:cubicBezTo>
                    <a:pt x="1" y="6668"/>
                    <a:pt x="1545" y="7497"/>
                    <a:pt x="2430" y="7977"/>
                  </a:cubicBezTo>
                  <a:cubicBezTo>
                    <a:pt x="3630" y="8622"/>
                    <a:pt x="4870" y="9196"/>
                    <a:pt x="6140" y="9686"/>
                  </a:cubicBezTo>
                  <a:cubicBezTo>
                    <a:pt x="9084" y="10819"/>
                    <a:pt x="12173" y="11491"/>
                    <a:pt x="15289" y="11937"/>
                  </a:cubicBezTo>
                  <a:cubicBezTo>
                    <a:pt x="15460" y="11960"/>
                    <a:pt x="15636" y="11988"/>
                    <a:pt x="15812" y="12012"/>
                  </a:cubicBezTo>
                  <a:cubicBezTo>
                    <a:pt x="16697" y="12130"/>
                    <a:pt x="17630" y="12275"/>
                    <a:pt x="18583" y="12390"/>
                  </a:cubicBezTo>
                  <a:cubicBezTo>
                    <a:pt x="19496" y="12500"/>
                    <a:pt x="20425" y="12580"/>
                    <a:pt x="21342" y="12580"/>
                  </a:cubicBezTo>
                  <a:cubicBezTo>
                    <a:pt x="22402" y="12580"/>
                    <a:pt x="23445" y="12472"/>
                    <a:pt x="24426" y="12177"/>
                  </a:cubicBezTo>
                  <a:cubicBezTo>
                    <a:pt x="25169" y="11954"/>
                    <a:pt x="26035" y="11488"/>
                    <a:pt x="25723" y="10582"/>
                  </a:cubicBezTo>
                  <a:cubicBezTo>
                    <a:pt x="25460" y="9819"/>
                    <a:pt x="24656" y="9271"/>
                    <a:pt x="24017" y="8862"/>
                  </a:cubicBezTo>
                  <a:cubicBezTo>
                    <a:pt x="23047" y="8237"/>
                    <a:pt x="22047" y="7676"/>
                    <a:pt x="20891" y="7520"/>
                  </a:cubicBezTo>
                  <a:cubicBezTo>
                    <a:pt x="21432" y="3915"/>
                    <a:pt x="18255" y="562"/>
                    <a:pt x="14829" y="69"/>
                  </a:cubicBezTo>
                  <a:cubicBezTo>
                    <a:pt x="14511" y="23"/>
                    <a:pt x="14194" y="1"/>
                    <a:pt x="13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 name="Google Shape;49;p2"/>
            <p:cNvSpPr/>
            <p:nvPr/>
          </p:nvSpPr>
          <p:spPr>
            <a:xfrm>
              <a:off x="238143" y="2057953"/>
              <a:ext cx="581150" cy="144832"/>
            </a:xfrm>
            <a:custGeom>
              <a:avLst/>
              <a:gdLst/>
              <a:ahLst/>
              <a:cxnLst/>
              <a:rect l="l" t="t" r="r" b="b"/>
              <a:pathLst>
                <a:path w="10854" h="2705" extrusionOk="0">
                  <a:moveTo>
                    <a:pt x="28" y="1"/>
                  </a:moveTo>
                  <a:cubicBezTo>
                    <a:pt x="9" y="1"/>
                    <a:pt x="0" y="42"/>
                    <a:pt x="15" y="54"/>
                  </a:cubicBezTo>
                  <a:cubicBezTo>
                    <a:pt x="2191" y="1722"/>
                    <a:pt x="5067" y="2705"/>
                    <a:pt x="7880" y="2705"/>
                  </a:cubicBezTo>
                  <a:cubicBezTo>
                    <a:pt x="8864" y="2705"/>
                    <a:pt x="9839" y="2585"/>
                    <a:pt x="10775" y="2332"/>
                  </a:cubicBezTo>
                  <a:cubicBezTo>
                    <a:pt x="10854" y="2309"/>
                    <a:pt x="10808" y="2145"/>
                    <a:pt x="10738" y="2145"/>
                  </a:cubicBezTo>
                  <a:cubicBezTo>
                    <a:pt x="10736" y="2145"/>
                    <a:pt x="10734" y="2146"/>
                    <a:pt x="10731" y="2146"/>
                  </a:cubicBezTo>
                  <a:cubicBezTo>
                    <a:pt x="9681" y="2269"/>
                    <a:pt x="8590" y="2407"/>
                    <a:pt x="7517" y="2407"/>
                  </a:cubicBezTo>
                  <a:cubicBezTo>
                    <a:pt x="7182" y="2407"/>
                    <a:pt x="6848" y="2393"/>
                    <a:pt x="6517" y="2362"/>
                  </a:cubicBezTo>
                  <a:cubicBezTo>
                    <a:pt x="4182" y="2143"/>
                    <a:pt x="2040" y="1156"/>
                    <a:pt x="35" y="3"/>
                  </a:cubicBezTo>
                  <a:cubicBezTo>
                    <a:pt x="33" y="2"/>
                    <a:pt x="30"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2"/>
            <p:cNvSpPr/>
            <p:nvPr/>
          </p:nvSpPr>
          <p:spPr>
            <a:xfrm>
              <a:off x="-42426" y="2098003"/>
              <a:ext cx="92147" cy="65536"/>
            </a:xfrm>
            <a:custGeom>
              <a:avLst/>
              <a:gdLst/>
              <a:ahLst/>
              <a:cxnLst/>
              <a:rect l="l" t="t" r="r" b="b"/>
              <a:pathLst>
                <a:path w="1721" h="1224" extrusionOk="0">
                  <a:moveTo>
                    <a:pt x="988" y="306"/>
                  </a:moveTo>
                  <a:cubicBezTo>
                    <a:pt x="1102" y="336"/>
                    <a:pt x="1197" y="397"/>
                    <a:pt x="1271" y="526"/>
                  </a:cubicBezTo>
                  <a:cubicBezTo>
                    <a:pt x="1348" y="661"/>
                    <a:pt x="1362" y="830"/>
                    <a:pt x="1194" y="894"/>
                  </a:cubicBezTo>
                  <a:cubicBezTo>
                    <a:pt x="1146" y="912"/>
                    <a:pt x="1076" y="922"/>
                    <a:pt x="998" y="922"/>
                  </a:cubicBezTo>
                  <a:cubicBezTo>
                    <a:pt x="789" y="922"/>
                    <a:pt x="521" y="853"/>
                    <a:pt x="467" y="695"/>
                  </a:cubicBezTo>
                  <a:cubicBezTo>
                    <a:pt x="403" y="503"/>
                    <a:pt x="606" y="357"/>
                    <a:pt x="768" y="323"/>
                  </a:cubicBezTo>
                  <a:cubicBezTo>
                    <a:pt x="835" y="306"/>
                    <a:pt x="913" y="310"/>
                    <a:pt x="988" y="306"/>
                  </a:cubicBezTo>
                  <a:close/>
                  <a:moveTo>
                    <a:pt x="887" y="1"/>
                  </a:moveTo>
                  <a:cubicBezTo>
                    <a:pt x="843" y="1"/>
                    <a:pt x="801" y="8"/>
                    <a:pt x="765" y="26"/>
                  </a:cubicBezTo>
                  <a:cubicBezTo>
                    <a:pt x="517" y="36"/>
                    <a:pt x="274" y="151"/>
                    <a:pt x="177" y="377"/>
                  </a:cubicBezTo>
                  <a:cubicBezTo>
                    <a:pt x="1" y="773"/>
                    <a:pt x="366" y="1063"/>
                    <a:pt x="710" y="1164"/>
                  </a:cubicBezTo>
                  <a:cubicBezTo>
                    <a:pt x="823" y="1197"/>
                    <a:pt x="966" y="1224"/>
                    <a:pt x="1107" y="1224"/>
                  </a:cubicBezTo>
                  <a:cubicBezTo>
                    <a:pt x="1290" y="1224"/>
                    <a:pt x="1470" y="1178"/>
                    <a:pt x="1576" y="1036"/>
                  </a:cubicBezTo>
                  <a:cubicBezTo>
                    <a:pt x="1721" y="843"/>
                    <a:pt x="1640" y="573"/>
                    <a:pt x="1518" y="391"/>
                  </a:cubicBezTo>
                  <a:cubicBezTo>
                    <a:pt x="1426" y="255"/>
                    <a:pt x="1301" y="141"/>
                    <a:pt x="1153" y="69"/>
                  </a:cubicBezTo>
                  <a:cubicBezTo>
                    <a:pt x="1079" y="33"/>
                    <a:pt x="979" y="1"/>
                    <a:pt x="8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2"/>
            <p:cNvSpPr/>
            <p:nvPr/>
          </p:nvSpPr>
          <p:spPr>
            <a:xfrm>
              <a:off x="407929" y="2278443"/>
              <a:ext cx="79029" cy="50383"/>
            </a:xfrm>
            <a:custGeom>
              <a:avLst/>
              <a:gdLst/>
              <a:ahLst/>
              <a:cxnLst/>
              <a:rect l="l" t="t" r="r" b="b"/>
              <a:pathLst>
                <a:path w="1476" h="941" extrusionOk="0">
                  <a:moveTo>
                    <a:pt x="697" y="225"/>
                  </a:moveTo>
                  <a:cubicBezTo>
                    <a:pt x="714" y="225"/>
                    <a:pt x="731" y="226"/>
                    <a:pt x="748" y="227"/>
                  </a:cubicBezTo>
                  <a:cubicBezTo>
                    <a:pt x="893" y="268"/>
                    <a:pt x="1035" y="322"/>
                    <a:pt x="1105" y="447"/>
                  </a:cubicBezTo>
                  <a:cubicBezTo>
                    <a:pt x="1210" y="636"/>
                    <a:pt x="957" y="691"/>
                    <a:pt x="818" y="691"/>
                  </a:cubicBezTo>
                  <a:cubicBezTo>
                    <a:pt x="680" y="691"/>
                    <a:pt x="257" y="664"/>
                    <a:pt x="298" y="437"/>
                  </a:cubicBezTo>
                  <a:cubicBezTo>
                    <a:pt x="325" y="282"/>
                    <a:pt x="534" y="225"/>
                    <a:pt x="697" y="225"/>
                  </a:cubicBezTo>
                  <a:close/>
                  <a:moveTo>
                    <a:pt x="686" y="0"/>
                  </a:moveTo>
                  <a:cubicBezTo>
                    <a:pt x="635" y="0"/>
                    <a:pt x="585" y="8"/>
                    <a:pt x="538" y="25"/>
                  </a:cubicBezTo>
                  <a:cubicBezTo>
                    <a:pt x="522" y="23"/>
                    <a:pt x="505" y="22"/>
                    <a:pt x="489" y="22"/>
                  </a:cubicBezTo>
                  <a:cubicBezTo>
                    <a:pt x="430" y="22"/>
                    <a:pt x="368" y="33"/>
                    <a:pt x="305" y="62"/>
                  </a:cubicBezTo>
                  <a:cubicBezTo>
                    <a:pt x="180" y="116"/>
                    <a:pt x="82" y="224"/>
                    <a:pt x="62" y="363"/>
                  </a:cubicBezTo>
                  <a:cubicBezTo>
                    <a:pt x="1" y="782"/>
                    <a:pt x="548" y="940"/>
                    <a:pt x="862" y="940"/>
                  </a:cubicBezTo>
                  <a:cubicBezTo>
                    <a:pt x="866" y="940"/>
                    <a:pt x="869" y="940"/>
                    <a:pt x="873" y="940"/>
                  </a:cubicBezTo>
                  <a:cubicBezTo>
                    <a:pt x="1176" y="940"/>
                    <a:pt x="1476" y="768"/>
                    <a:pt x="1325" y="427"/>
                  </a:cubicBezTo>
                  <a:cubicBezTo>
                    <a:pt x="1226" y="201"/>
                    <a:pt x="945" y="0"/>
                    <a:pt x="6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2"/>
            <p:cNvSpPr/>
            <p:nvPr/>
          </p:nvSpPr>
          <p:spPr>
            <a:xfrm>
              <a:off x="828086" y="2327435"/>
              <a:ext cx="89577" cy="64465"/>
            </a:xfrm>
            <a:custGeom>
              <a:avLst/>
              <a:gdLst/>
              <a:ahLst/>
              <a:cxnLst/>
              <a:rect l="l" t="t" r="r" b="b"/>
              <a:pathLst>
                <a:path w="1673" h="1204" extrusionOk="0">
                  <a:moveTo>
                    <a:pt x="1014" y="208"/>
                  </a:moveTo>
                  <a:cubicBezTo>
                    <a:pt x="1116" y="232"/>
                    <a:pt x="1227" y="215"/>
                    <a:pt x="1318" y="279"/>
                  </a:cubicBezTo>
                  <a:cubicBezTo>
                    <a:pt x="1392" y="334"/>
                    <a:pt x="1426" y="411"/>
                    <a:pt x="1426" y="502"/>
                  </a:cubicBezTo>
                  <a:cubicBezTo>
                    <a:pt x="1426" y="728"/>
                    <a:pt x="1244" y="914"/>
                    <a:pt x="1024" y="948"/>
                  </a:cubicBezTo>
                  <a:cubicBezTo>
                    <a:pt x="1006" y="951"/>
                    <a:pt x="984" y="952"/>
                    <a:pt x="960" y="952"/>
                  </a:cubicBezTo>
                  <a:cubicBezTo>
                    <a:pt x="714" y="952"/>
                    <a:pt x="214" y="813"/>
                    <a:pt x="358" y="540"/>
                  </a:cubicBezTo>
                  <a:cubicBezTo>
                    <a:pt x="473" y="323"/>
                    <a:pt x="760" y="222"/>
                    <a:pt x="1014" y="208"/>
                  </a:cubicBezTo>
                  <a:close/>
                  <a:moveTo>
                    <a:pt x="1065" y="1"/>
                  </a:moveTo>
                  <a:cubicBezTo>
                    <a:pt x="1033" y="1"/>
                    <a:pt x="1000" y="4"/>
                    <a:pt x="966" y="9"/>
                  </a:cubicBezTo>
                  <a:cubicBezTo>
                    <a:pt x="960" y="9"/>
                    <a:pt x="960" y="19"/>
                    <a:pt x="953" y="22"/>
                  </a:cubicBezTo>
                  <a:cubicBezTo>
                    <a:pt x="925" y="20"/>
                    <a:pt x="896" y="19"/>
                    <a:pt x="867" y="19"/>
                  </a:cubicBezTo>
                  <a:cubicBezTo>
                    <a:pt x="641" y="19"/>
                    <a:pt x="415" y="91"/>
                    <a:pt x="247" y="252"/>
                  </a:cubicBezTo>
                  <a:cubicBezTo>
                    <a:pt x="0" y="488"/>
                    <a:pt x="91" y="810"/>
                    <a:pt x="352" y="992"/>
                  </a:cubicBezTo>
                  <a:cubicBezTo>
                    <a:pt x="527" y="1115"/>
                    <a:pt x="762" y="1204"/>
                    <a:pt x="989" y="1204"/>
                  </a:cubicBezTo>
                  <a:cubicBezTo>
                    <a:pt x="1112" y="1204"/>
                    <a:pt x="1232" y="1178"/>
                    <a:pt x="1339" y="1117"/>
                  </a:cubicBezTo>
                  <a:cubicBezTo>
                    <a:pt x="1554" y="995"/>
                    <a:pt x="1673" y="749"/>
                    <a:pt x="1640" y="505"/>
                  </a:cubicBezTo>
                  <a:cubicBezTo>
                    <a:pt x="1597" y="211"/>
                    <a:pt x="1352" y="1"/>
                    <a:pt x="10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2"/>
            <p:cNvSpPr/>
            <p:nvPr/>
          </p:nvSpPr>
          <p:spPr>
            <a:xfrm>
              <a:off x="243658" y="2462900"/>
              <a:ext cx="177333" cy="474333"/>
            </a:xfrm>
            <a:custGeom>
              <a:avLst/>
              <a:gdLst/>
              <a:ahLst/>
              <a:cxnLst/>
              <a:rect l="l" t="t" r="r" b="b"/>
              <a:pathLst>
                <a:path w="3312" h="8859" extrusionOk="0">
                  <a:moveTo>
                    <a:pt x="3226" y="1"/>
                  </a:moveTo>
                  <a:cubicBezTo>
                    <a:pt x="3213" y="1"/>
                    <a:pt x="3201" y="9"/>
                    <a:pt x="3190" y="30"/>
                  </a:cubicBezTo>
                  <a:cubicBezTo>
                    <a:pt x="3177" y="54"/>
                    <a:pt x="3167" y="81"/>
                    <a:pt x="3156" y="104"/>
                  </a:cubicBezTo>
                  <a:cubicBezTo>
                    <a:pt x="2490" y="1413"/>
                    <a:pt x="2075" y="2893"/>
                    <a:pt x="1572" y="4267"/>
                  </a:cubicBezTo>
                  <a:cubicBezTo>
                    <a:pt x="1027" y="5755"/>
                    <a:pt x="561" y="7279"/>
                    <a:pt x="17" y="8762"/>
                  </a:cubicBezTo>
                  <a:cubicBezTo>
                    <a:pt x="0" y="8805"/>
                    <a:pt x="35" y="8859"/>
                    <a:pt x="68" y="8859"/>
                  </a:cubicBezTo>
                  <a:cubicBezTo>
                    <a:pt x="82" y="8859"/>
                    <a:pt x="96" y="8848"/>
                    <a:pt x="105" y="8823"/>
                  </a:cubicBezTo>
                  <a:cubicBezTo>
                    <a:pt x="653" y="7326"/>
                    <a:pt x="1284" y="5846"/>
                    <a:pt x="1835" y="4345"/>
                  </a:cubicBezTo>
                  <a:cubicBezTo>
                    <a:pt x="2339" y="2970"/>
                    <a:pt x="2971" y="1575"/>
                    <a:pt x="3309" y="145"/>
                  </a:cubicBezTo>
                  <a:lnTo>
                    <a:pt x="3309" y="135"/>
                  </a:lnTo>
                  <a:cubicBezTo>
                    <a:pt x="3311" y="89"/>
                    <a:pt x="3266" y="1"/>
                    <a:pt x="32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 name="Google Shape;54;p2"/>
            <p:cNvSpPr/>
            <p:nvPr/>
          </p:nvSpPr>
          <p:spPr>
            <a:xfrm>
              <a:off x="791194" y="2507394"/>
              <a:ext cx="78868" cy="434283"/>
            </a:xfrm>
            <a:custGeom>
              <a:avLst/>
              <a:gdLst/>
              <a:ahLst/>
              <a:cxnLst/>
              <a:rect l="l" t="t" r="r" b="b"/>
              <a:pathLst>
                <a:path w="1473" h="8111" extrusionOk="0">
                  <a:moveTo>
                    <a:pt x="208" y="1"/>
                  </a:moveTo>
                  <a:cubicBezTo>
                    <a:pt x="201" y="1"/>
                    <a:pt x="193" y="3"/>
                    <a:pt x="186" y="10"/>
                  </a:cubicBezTo>
                  <a:cubicBezTo>
                    <a:pt x="172" y="24"/>
                    <a:pt x="166" y="47"/>
                    <a:pt x="152" y="64"/>
                  </a:cubicBezTo>
                  <a:cubicBezTo>
                    <a:pt x="0" y="318"/>
                    <a:pt x="162" y="930"/>
                    <a:pt x="192" y="1166"/>
                  </a:cubicBezTo>
                  <a:cubicBezTo>
                    <a:pt x="290" y="1990"/>
                    <a:pt x="409" y="2812"/>
                    <a:pt x="537" y="3629"/>
                  </a:cubicBezTo>
                  <a:cubicBezTo>
                    <a:pt x="760" y="5096"/>
                    <a:pt x="892" y="6657"/>
                    <a:pt x="1368" y="8070"/>
                  </a:cubicBezTo>
                  <a:cubicBezTo>
                    <a:pt x="1379" y="8098"/>
                    <a:pt x="1399" y="8111"/>
                    <a:pt x="1418" y="8111"/>
                  </a:cubicBezTo>
                  <a:cubicBezTo>
                    <a:pt x="1429" y="8111"/>
                    <a:pt x="1440" y="8107"/>
                    <a:pt x="1449" y="8100"/>
                  </a:cubicBezTo>
                  <a:cubicBezTo>
                    <a:pt x="1463" y="8087"/>
                    <a:pt x="1473" y="8070"/>
                    <a:pt x="1473" y="8046"/>
                  </a:cubicBezTo>
                  <a:cubicBezTo>
                    <a:pt x="1426" y="6664"/>
                    <a:pt x="1101" y="5278"/>
                    <a:pt x="895" y="3913"/>
                  </a:cubicBezTo>
                  <a:cubicBezTo>
                    <a:pt x="760" y="3028"/>
                    <a:pt x="625" y="2143"/>
                    <a:pt x="493" y="1257"/>
                  </a:cubicBezTo>
                  <a:cubicBezTo>
                    <a:pt x="436" y="869"/>
                    <a:pt x="436" y="385"/>
                    <a:pt x="247" y="30"/>
                  </a:cubicBezTo>
                  <a:cubicBezTo>
                    <a:pt x="239" y="14"/>
                    <a:pt x="224" y="1"/>
                    <a:pt x="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2"/>
            <p:cNvSpPr/>
            <p:nvPr/>
          </p:nvSpPr>
          <p:spPr>
            <a:xfrm>
              <a:off x="-301523" y="2365398"/>
              <a:ext cx="379991" cy="306156"/>
            </a:xfrm>
            <a:custGeom>
              <a:avLst/>
              <a:gdLst/>
              <a:ahLst/>
              <a:cxnLst/>
              <a:rect l="l" t="t" r="r" b="b"/>
              <a:pathLst>
                <a:path w="7097" h="5718" extrusionOk="0">
                  <a:moveTo>
                    <a:pt x="7059" y="1"/>
                  </a:moveTo>
                  <a:cubicBezTo>
                    <a:pt x="7053" y="1"/>
                    <a:pt x="7047" y="3"/>
                    <a:pt x="7039" y="10"/>
                  </a:cubicBezTo>
                  <a:cubicBezTo>
                    <a:pt x="5941" y="922"/>
                    <a:pt x="4755" y="1760"/>
                    <a:pt x="3643" y="2666"/>
                  </a:cubicBezTo>
                  <a:cubicBezTo>
                    <a:pt x="2450" y="3639"/>
                    <a:pt x="1271" y="4673"/>
                    <a:pt x="34" y="5586"/>
                  </a:cubicBezTo>
                  <a:cubicBezTo>
                    <a:pt x="0" y="5609"/>
                    <a:pt x="0" y="5680"/>
                    <a:pt x="31" y="5707"/>
                  </a:cubicBezTo>
                  <a:cubicBezTo>
                    <a:pt x="37" y="5714"/>
                    <a:pt x="45" y="5717"/>
                    <a:pt x="55" y="5717"/>
                  </a:cubicBezTo>
                  <a:cubicBezTo>
                    <a:pt x="60" y="5717"/>
                    <a:pt x="65" y="5716"/>
                    <a:pt x="72" y="5714"/>
                  </a:cubicBezTo>
                  <a:cubicBezTo>
                    <a:pt x="1427" y="5146"/>
                    <a:pt x="2650" y="3862"/>
                    <a:pt x="3779" y="2946"/>
                  </a:cubicBezTo>
                  <a:cubicBezTo>
                    <a:pt x="4907" y="2030"/>
                    <a:pt x="5964" y="1030"/>
                    <a:pt x="7076" y="107"/>
                  </a:cubicBezTo>
                  <a:cubicBezTo>
                    <a:pt x="7097" y="91"/>
                    <a:pt x="7097" y="57"/>
                    <a:pt x="7090" y="33"/>
                  </a:cubicBezTo>
                  <a:cubicBezTo>
                    <a:pt x="7083" y="14"/>
                    <a:pt x="7073" y="1"/>
                    <a:pt x="70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 name="Google Shape;56;p2"/>
          <p:cNvGrpSpPr/>
          <p:nvPr/>
        </p:nvGrpSpPr>
        <p:grpSpPr>
          <a:xfrm>
            <a:off x="184780" y="3279159"/>
            <a:ext cx="1214145" cy="735845"/>
            <a:chOff x="478326" y="2825649"/>
            <a:chExt cx="1012293" cy="613511"/>
          </a:xfrm>
        </p:grpSpPr>
        <p:sp>
          <p:nvSpPr>
            <p:cNvPr id="57" name="Google Shape;57;p2"/>
            <p:cNvSpPr/>
            <p:nvPr/>
          </p:nvSpPr>
          <p:spPr>
            <a:xfrm>
              <a:off x="564423" y="2973101"/>
              <a:ext cx="778453" cy="442090"/>
            </a:xfrm>
            <a:custGeom>
              <a:avLst/>
              <a:gdLst/>
              <a:ahLst/>
              <a:cxnLst/>
              <a:rect l="l" t="t" r="r" b="b"/>
              <a:pathLst>
                <a:path w="19195" h="10901" extrusionOk="0">
                  <a:moveTo>
                    <a:pt x="10311" y="1"/>
                  </a:moveTo>
                  <a:cubicBezTo>
                    <a:pt x="6378" y="1"/>
                    <a:pt x="2305" y="2415"/>
                    <a:pt x="0" y="5483"/>
                  </a:cubicBezTo>
                  <a:lnTo>
                    <a:pt x="2622" y="7052"/>
                  </a:lnTo>
                  <a:cubicBezTo>
                    <a:pt x="2835" y="6649"/>
                    <a:pt x="2977" y="6220"/>
                    <a:pt x="3257" y="5848"/>
                  </a:cubicBezTo>
                  <a:cubicBezTo>
                    <a:pt x="3558" y="5453"/>
                    <a:pt x="3917" y="5078"/>
                    <a:pt x="4288" y="4750"/>
                  </a:cubicBezTo>
                  <a:cubicBezTo>
                    <a:pt x="4907" y="4206"/>
                    <a:pt x="5637" y="3800"/>
                    <a:pt x="6397" y="3490"/>
                  </a:cubicBezTo>
                  <a:cubicBezTo>
                    <a:pt x="7606" y="3002"/>
                    <a:pt x="8893" y="2692"/>
                    <a:pt x="10192" y="2692"/>
                  </a:cubicBezTo>
                  <a:cubicBezTo>
                    <a:pt x="10560" y="2692"/>
                    <a:pt x="10929" y="2717"/>
                    <a:pt x="11297" y="2769"/>
                  </a:cubicBezTo>
                  <a:cubicBezTo>
                    <a:pt x="14906" y="3290"/>
                    <a:pt x="18147" y="6913"/>
                    <a:pt x="17123" y="10653"/>
                  </a:cubicBezTo>
                  <a:lnTo>
                    <a:pt x="19194" y="10900"/>
                  </a:lnTo>
                  <a:cubicBezTo>
                    <a:pt x="19083" y="9636"/>
                    <a:pt x="19144" y="8349"/>
                    <a:pt x="18968" y="7078"/>
                  </a:cubicBezTo>
                  <a:cubicBezTo>
                    <a:pt x="18792" y="5808"/>
                    <a:pt x="18224" y="4675"/>
                    <a:pt x="17481" y="3641"/>
                  </a:cubicBezTo>
                  <a:cubicBezTo>
                    <a:pt x="16129" y="1766"/>
                    <a:pt x="14115" y="516"/>
                    <a:pt x="11834" y="127"/>
                  </a:cubicBezTo>
                  <a:cubicBezTo>
                    <a:pt x="11331" y="41"/>
                    <a:pt x="10822" y="1"/>
                    <a:pt x="103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2"/>
            <p:cNvSpPr/>
            <p:nvPr/>
          </p:nvSpPr>
          <p:spPr>
            <a:xfrm>
              <a:off x="478326" y="2825649"/>
              <a:ext cx="1012293" cy="589710"/>
            </a:xfrm>
            <a:custGeom>
              <a:avLst/>
              <a:gdLst/>
              <a:ahLst/>
              <a:cxnLst/>
              <a:rect l="l" t="t" r="r" b="b"/>
              <a:pathLst>
                <a:path w="24961" h="14541" extrusionOk="0">
                  <a:moveTo>
                    <a:pt x="13876" y="1"/>
                  </a:moveTo>
                  <a:cubicBezTo>
                    <a:pt x="11718" y="1"/>
                    <a:pt x="9551" y="531"/>
                    <a:pt x="7523" y="1235"/>
                  </a:cubicBezTo>
                  <a:cubicBezTo>
                    <a:pt x="5904" y="1796"/>
                    <a:pt x="4268" y="2533"/>
                    <a:pt x="2964" y="3672"/>
                  </a:cubicBezTo>
                  <a:cubicBezTo>
                    <a:pt x="1880" y="4621"/>
                    <a:pt x="963" y="5696"/>
                    <a:pt x="1" y="6750"/>
                  </a:cubicBezTo>
                  <a:lnTo>
                    <a:pt x="1964" y="8684"/>
                  </a:lnTo>
                  <a:cubicBezTo>
                    <a:pt x="2420" y="7856"/>
                    <a:pt x="3178" y="7183"/>
                    <a:pt x="3877" y="6581"/>
                  </a:cubicBezTo>
                  <a:cubicBezTo>
                    <a:pt x="4836" y="5764"/>
                    <a:pt x="5847" y="5023"/>
                    <a:pt x="6969" y="4443"/>
                  </a:cubicBezTo>
                  <a:cubicBezTo>
                    <a:pt x="8688" y="3546"/>
                    <a:pt x="10578" y="3001"/>
                    <a:pt x="12495" y="3001"/>
                  </a:cubicBezTo>
                  <a:cubicBezTo>
                    <a:pt x="13201" y="3001"/>
                    <a:pt x="13910" y="3075"/>
                    <a:pt x="14616" y="3233"/>
                  </a:cubicBezTo>
                  <a:cubicBezTo>
                    <a:pt x="17096" y="3787"/>
                    <a:pt x="19178" y="5318"/>
                    <a:pt x="20513" y="7467"/>
                  </a:cubicBezTo>
                  <a:cubicBezTo>
                    <a:pt x="21753" y="9471"/>
                    <a:pt x="22189" y="12198"/>
                    <a:pt x="21689" y="14540"/>
                  </a:cubicBezTo>
                  <a:lnTo>
                    <a:pt x="24311" y="14286"/>
                  </a:lnTo>
                  <a:cubicBezTo>
                    <a:pt x="24298" y="14256"/>
                    <a:pt x="24291" y="14225"/>
                    <a:pt x="24298" y="14199"/>
                  </a:cubicBezTo>
                  <a:cubicBezTo>
                    <a:pt x="24960" y="11140"/>
                    <a:pt x="24923" y="8166"/>
                    <a:pt x="23287" y="5396"/>
                  </a:cubicBezTo>
                  <a:cubicBezTo>
                    <a:pt x="21814" y="2895"/>
                    <a:pt x="19506" y="1040"/>
                    <a:pt x="16671" y="330"/>
                  </a:cubicBezTo>
                  <a:cubicBezTo>
                    <a:pt x="15749" y="101"/>
                    <a:pt x="14813" y="1"/>
                    <a:pt x="138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2"/>
            <p:cNvSpPr/>
            <p:nvPr/>
          </p:nvSpPr>
          <p:spPr>
            <a:xfrm>
              <a:off x="679232" y="3102020"/>
              <a:ext cx="581396" cy="301932"/>
            </a:xfrm>
            <a:custGeom>
              <a:avLst/>
              <a:gdLst/>
              <a:ahLst/>
              <a:cxnLst/>
              <a:rect l="l" t="t" r="r" b="b"/>
              <a:pathLst>
                <a:path w="14336" h="7445" extrusionOk="0">
                  <a:moveTo>
                    <a:pt x="7281" y="1"/>
                  </a:moveTo>
                  <a:cubicBezTo>
                    <a:pt x="5940" y="1"/>
                    <a:pt x="4608" y="356"/>
                    <a:pt x="3380" y="902"/>
                  </a:cubicBezTo>
                  <a:cubicBezTo>
                    <a:pt x="2619" y="1237"/>
                    <a:pt x="1950" y="1703"/>
                    <a:pt x="1346" y="2271"/>
                  </a:cubicBezTo>
                  <a:cubicBezTo>
                    <a:pt x="799" y="2784"/>
                    <a:pt x="470" y="3440"/>
                    <a:pt x="1" y="3990"/>
                  </a:cubicBezTo>
                  <a:lnTo>
                    <a:pt x="1940" y="5055"/>
                  </a:lnTo>
                  <a:cubicBezTo>
                    <a:pt x="1940" y="5055"/>
                    <a:pt x="4024" y="2240"/>
                    <a:pt x="6947" y="2240"/>
                  </a:cubicBezTo>
                  <a:cubicBezTo>
                    <a:pt x="7324" y="2240"/>
                    <a:pt x="7716" y="2287"/>
                    <a:pt x="8118" y="2393"/>
                  </a:cubicBezTo>
                  <a:cubicBezTo>
                    <a:pt x="12690" y="3592"/>
                    <a:pt x="11322" y="7248"/>
                    <a:pt x="11322" y="7248"/>
                  </a:cubicBezTo>
                  <a:lnTo>
                    <a:pt x="13964" y="7444"/>
                  </a:lnTo>
                  <a:cubicBezTo>
                    <a:pt x="14335" y="3920"/>
                    <a:pt x="11913" y="625"/>
                    <a:pt x="8385" y="84"/>
                  </a:cubicBezTo>
                  <a:cubicBezTo>
                    <a:pt x="8018" y="28"/>
                    <a:pt x="7649" y="1"/>
                    <a:pt x="728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2"/>
            <p:cNvSpPr/>
            <p:nvPr/>
          </p:nvSpPr>
          <p:spPr>
            <a:xfrm>
              <a:off x="663416" y="3082230"/>
              <a:ext cx="636957" cy="337093"/>
            </a:xfrm>
            <a:custGeom>
              <a:avLst/>
              <a:gdLst/>
              <a:ahLst/>
              <a:cxnLst/>
              <a:rect l="l" t="t" r="r" b="b"/>
              <a:pathLst>
                <a:path w="15706" h="8312" extrusionOk="0">
                  <a:moveTo>
                    <a:pt x="7751" y="1"/>
                  </a:moveTo>
                  <a:cubicBezTo>
                    <a:pt x="6452" y="1"/>
                    <a:pt x="5165" y="311"/>
                    <a:pt x="3956" y="799"/>
                  </a:cubicBezTo>
                  <a:cubicBezTo>
                    <a:pt x="3196" y="1109"/>
                    <a:pt x="2466" y="1515"/>
                    <a:pt x="1847" y="2059"/>
                  </a:cubicBezTo>
                  <a:cubicBezTo>
                    <a:pt x="1476" y="2387"/>
                    <a:pt x="1117" y="2762"/>
                    <a:pt x="816" y="3157"/>
                  </a:cubicBezTo>
                  <a:cubicBezTo>
                    <a:pt x="536" y="3529"/>
                    <a:pt x="394" y="3958"/>
                    <a:pt x="181" y="4361"/>
                  </a:cubicBezTo>
                  <a:cubicBezTo>
                    <a:pt x="134" y="4448"/>
                    <a:pt x="86" y="4536"/>
                    <a:pt x="29" y="4620"/>
                  </a:cubicBezTo>
                  <a:cubicBezTo>
                    <a:pt x="1" y="4663"/>
                    <a:pt x="42" y="4780"/>
                    <a:pt x="93" y="4780"/>
                  </a:cubicBezTo>
                  <a:cubicBezTo>
                    <a:pt x="103" y="4780"/>
                    <a:pt x="113" y="4776"/>
                    <a:pt x="124" y="4766"/>
                  </a:cubicBezTo>
                  <a:cubicBezTo>
                    <a:pt x="219" y="4675"/>
                    <a:pt x="306" y="4580"/>
                    <a:pt x="391" y="4478"/>
                  </a:cubicBezTo>
                  <a:cubicBezTo>
                    <a:pt x="860" y="3928"/>
                    <a:pt x="1189" y="3272"/>
                    <a:pt x="1736" y="2759"/>
                  </a:cubicBezTo>
                  <a:cubicBezTo>
                    <a:pt x="2340" y="2191"/>
                    <a:pt x="3009" y="1725"/>
                    <a:pt x="3770" y="1390"/>
                  </a:cubicBezTo>
                  <a:cubicBezTo>
                    <a:pt x="4998" y="844"/>
                    <a:pt x="6330" y="489"/>
                    <a:pt x="7671" y="489"/>
                  </a:cubicBezTo>
                  <a:cubicBezTo>
                    <a:pt x="8039" y="489"/>
                    <a:pt x="8408" y="516"/>
                    <a:pt x="8775" y="572"/>
                  </a:cubicBezTo>
                  <a:cubicBezTo>
                    <a:pt x="12303" y="1113"/>
                    <a:pt x="14725" y="4408"/>
                    <a:pt x="14354" y="7932"/>
                  </a:cubicBezTo>
                  <a:cubicBezTo>
                    <a:pt x="14348" y="7993"/>
                    <a:pt x="14343" y="8057"/>
                    <a:pt x="14337" y="8118"/>
                  </a:cubicBezTo>
                  <a:cubicBezTo>
                    <a:pt x="14325" y="8201"/>
                    <a:pt x="14437" y="8312"/>
                    <a:pt x="14520" y="8312"/>
                  </a:cubicBezTo>
                  <a:cubicBezTo>
                    <a:pt x="14552" y="8312"/>
                    <a:pt x="14580" y="8295"/>
                    <a:pt x="14594" y="8254"/>
                  </a:cubicBezTo>
                  <a:cubicBezTo>
                    <a:pt x="14627" y="8159"/>
                    <a:pt x="14655" y="8061"/>
                    <a:pt x="14682" y="7962"/>
                  </a:cubicBezTo>
                  <a:cubicBezTo>
                    <a:pt x="15706" y="4222"/>
                    <a:pt x="12465" y="599"/>
                    <a:pt x="8856" y="78"/>
                  </a:cubicBezTo>
                  <a:cubicBezTo>
                    <a:pt x="8488" y="26"/>
                    <a:pt x="8119" y="1"/>
                    <a:pt x="7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 name="Google Shape;61;p2"/>
            <p:cNvSpPr/>
            <p:nvPr/>
          </p:nvSpPr>
          <p:spPr>
            <a:xfrm>
              <a:off x="547390" y="2947350"/>
              <a:ext cx="830810" cy="491810"/>
            </a:xfrm>
            <a:custGeom>
              <a:avLst/>
              <a:gdLst/>
              <a:ahLst/>
              <a:cxnLst/>
              <a:rect l="l" t="t" r="r" b="b"/>
              <a:pathLst>
                <a:path w="20486" h="12127" extrusionOk="0">
                  <a:moveTo>
                    <a:pt x="10792" y="0"/>
                  </a:moveTo>
                  <a:cubicBezTo>
                    <a:pt x="8875" y="0"/>
                    <a:pt x="6985" y="545"/>
                    <a:pt x="5266" y="1442"/>
                  </a:cubicBezTo>
                  <a:cubicBezTo>
                    <a:pt x="4144" y="2022"/>
                    <a:pt x="3133" y="2763"/>
                    <a:pt x="2174" y="3580"/>
                  </a:cubicBezTo>
                  <a:cubicBezTo>
                    <a:pt x="1475" y="4182"/>
                    <a:pt x="717" y="4855"/>
                    <a:pt x="261" y="5683"/>
                  </a:cubicBezTo>
                  <a:cubicBezTo>
                    <a:pt x="173" y="5845"/>
                    <a:pt x="92" y="6010"/>
                    <a:pt x="31" y="6186"/>
                  </a:cubicBezTo>
                  <a:cubicBezTo>
                    <a:pt x="1" y="6269"/>
                    <a:pt x="97" y="6371"/>
                    <a:pt x="182" y="6371"/>
                  </a:cubicBezTo>
                  <a:cubicBezTo>
                    <a:pt x="210" y="6371"/>
                    <a:pt x="237" y="6360"/>
                    <a:pt x="258" y="6331"/>
                  </a:cubicBezTo>
                  <a:cubicBezTo>
                    <a:pt x="308" y="6260"/>
                    <a:pt x="366" y="6193"/>
                    <a:pt x="420" y="6118"/>
                  </a:cubicBezTo>
                  <a:cubicBezTo>
                    <a:pt x="2725" y="3050"/>
                    <a:pt x="6798" y="636"/>
                    <a:pt x="10731" y="636"/>
                  </a:cubicBezTo>
                  <a:cubicBezTo>
                    <a:pt x="11242" y="636"/>
                    <a:pt x="11751" y="676"/>
                    <a:pt x="12254" y="762"/>
                  </a:cubicBezTo>
                  <a:cubicBezTo>
                    <a:pt x="14535" y="1151"/>
                    <a:pt x="16549" y="2401"/>
                    <a:pt x="17901" y="4276"/>
                  </a:cubicBezTo>
                  <a:cubicBezTo>
                    <a:pt x="18644" y="5310"/>
                    <a:pt x="19212" y="6443"/>
                    <a:pt x="19388" y="7713"/>
                  </a:cubicBezTo>
                  <a:cubicBezTo>
                    <a:pt x="19564" y="8984"/>
                    <a:pt x="19503" y="10271"/>
                    <a:pt x="19614" y="11535"/>
                  </a:cubicBezTo>
                  <a:cubicBezTo>
                    <a:pt x="19628" y="11691"/>
                    <a:pt x="19645" y="11843"/>
                    <a:pt x="19665" y="11998"/>
                  </a:cubicBezTo>
                  <a:cubicBezTo>
                    <a:pt x="19672" y="12053"/>
                    <a:pt x="19748" y="12126"/>
                    <a:pt x="19806" y="12126"/>
                  </a:cubicBezTo>
                  <a:cubicBezTo>
                    <a:pt x="19834" y="12126"/>
                    <a:pt x="19857" y="12110"/>
                    <a:pt x="19868" y="12070"/>
                  </a:cubicBezTo>
                  <a:cubicBezTo>
                    <a:pt x="19918" y="11897"/>
                    <a:pt x="19949" y="11718"/>
                    <a:pt x="19986" y="11539"/>
                  </a:cubicBezTo>
                  <a:cubicBezTo>
                    <a:pt x="20486" y="9197"/>
                    <a:pt x="20050" y="6470"/>
                    <a:pt x="18810" y="4466"/>
                  </a:cubicBezTo>
                  <a:cubicBezTo>
                    <a:pt x="17475" y="2317"/>
                    <a:pt x="15393" y="786"/>
                    <a:pt x="12913" y="232"/>
                  </a:cubicBezTo>
                  <a:cubicBezTo>
                    <a:pt x="12207" y="74"/>
                    <a:pt x="11498" y="0"/>
                    <a:pt x="107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 name="Google Shape;62;p2"/>
          <p:cNvSpPr/>
          <p:nvPr/>
        </p:nvSpPr>
        <p:spPr>
          <a:xfrm>
            <a:off x="2530199" y="544675"/>
            <a:ext cx="250089" cy="241830"/>
          </a:xfrm>
          <a:custGeom>
            <a:avLst/>
            <a:gdLst/>
            <a:ahLst/>
            <a:cxnLst/>
            <a:rect l="l" t="t" r="r" b="b"/>
            <a:pathLst>
              <a:path w="12626" h="12209" extrusionOk="0">
                <a:moveTo>
                  <a:pt x="7838" y="1"/>
                </a:moveTo>
                <a:cubicBezTo>
                  <a:pt x="7407" y="1"/>
                  <a:pt x="6953" y="46"/>
                  <a:pt x="6478" y="142"/>
                </a:cubicBezTo>
                <a:cubicBezTo>
                  <a:pt x="2964" y="848"/>
                  <a:pt x="1" y="5264"/>
                  <a:pt x="2011" y="9188"/>
                </a:cubicBezTo>
                <a:cubicBezTo>
                  <a:pt x="3194" y="11498"/>
                  <a:pt x="5114" y="12208"/>
                  <a:pt x="6853" y="12208"/>
                </a:cubicBezTo>
                <a:cubicBezTo>
                  <a:pt x="8487" y="12208"/>
                  <a:pt x="9962" y="11580"/>
                  <a:pt x="10513" y="11063"/>
                </a:cubicBezTo>
                <a:lnTo>
                  <a:pt x="10513" y="11063"/>
                </a:lnTo>
                <a:cubicBezTo>
                  <a:pt x="10513" y="11063"/>
                  <a:pt x="10409" y="11077"/>
                  <a:pt x="10233" y="11077"/>
                </a:cubicBezTo>
                <a:cubicBezTo>
                  <a:pt x="9592" y="11077"/>
                  <a:pt x="8002" y="10893"/>
                  <a:pt x="7087" y="9188"/>
                </a:cubicBezTo>
                <a:cubicBezTo>
                  <a:pt x="5918" y="7015"/>
                  <a:pt x="6810" y="4052"/>
                  <a:pt x="9162" y="3335"/>
                </a:cubicBezTo>
                <a:cubicBezTo>
                  <a:pt x="9590" y="3204"/>
                  <a:pt x="9976" y="3151"/>
                  <a:pt x="10323" y="3151"/>
                </a:cubicBezTo>
                <a:cubicBezTo>
                  <a:pt x="11879" y="3151"/>
                  <a:pt x="12625" y="4227"/>
                  <a:pt x="12625" y="4227"/>
                </a:cubicBezTo>
                <a:cubicBezTo>
                  <a:pt x="12276" y="1748"/>
                  <a:pt x="10504" y="1"/>
                  <a:pt x="78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 name="Google Shape;63;p2"/>
          <p:cNvSpPr/>
          <p:nvPr/>
        </p:nvSpPr>
        <p:spPr>
          <a:xfrm>
            <a:off x="225365" y="232622"/>
            <a:ext cx="394320" cy="342692"/>
          </a:xfrm>
          <a:custGeom>
            <a:avLst/>
            <a:gdLst/>
            <a:ahLst/>
            <a:cxnLst/>
            <a:rect l="l" t="t" r="r" b="b"/>
            <a:pathLst>
              <a:path w="8119" h="7056" extrusionOk="0">
                <a:moveTo>
                  <a:pt x="4366" y="0"/>
                </a:moveTo>
                <a:cubicBezTo>
                  <a:pt x="4363" y="0"/>
                  <a:pt x="4360" y="0"/>
                  <a:pt x="4357" y="0"/>
                </a:cubicBezTo>
                <a:cubicBezTo>
                  <a:pt x="3867" y="24"/>
                  <a:pt x="3232" y="2454"/>
                  <a:pt x="3232" y="2454"/>
                </a:cubicBezTo>
                <a:cubicBezTo>
                  <a:pt x="3232" y="2454"/>
                  <a:pt x="2054" y="2337"/>
                  <a:pt x="1183" y="2337"/>
                </a:cubicBezTo>
                <a:cubicBezTo>
                  <a:pt x="748" y="2337"/>
                  <a:pt x="389" y="2366"/>
                  <a:pt x="292" y="2454"/>
                </a:cubicBezTo>
                <a:cubicBezTo>
                  <a:pt x="1" y="2721"/>
                  <a:pt x="2546" y="4430"/>
                  <a:pt x="2546" y="4430"/>
                </a:cubicBezTo>
                <a:cubicBezTo>
                  <a:pt x="2546" y="4430"/>
                  <a:pt x="1613" y="6684"/>
                  <a:pt x="2056" y="6975"/>
                </a:cubicBezTo>
                <a:cubicBezTo>
                  <a:pt x="2088" y="6997"/>
                  <a:pt x="2128" y="7007"/>
                  <a:pt x="2174" y="7007"/>
                </a:cubicBezTo>
                <a:cubicBezTo>
                  <a:pt x="2757" y="7007"/>
                  <a:pt x="4357" y="5411"/>
                  <a:pt x="4357" y="5411"/>
                </a:cubicBezTo>
                <a:cubicBezTo>
                  <a:pt x="4357" y="5411"/>
                  <a:pt x="6235" y="7055"/>
                  <a:pt x="6745" y="7055"/>
                </a:cubicBezTo>
                <a:cubicBezTo>
                  <a:pt x="6794" y="7055"/>
                  <a:pt x="6830" y="7041"/>
                  <a:pt x="6851" y="7008"/>
                </a:cubicBezTo>
                <a:cubicBezTo>
                  <a:pt x="7097" y="6634"/>
                  <a:pt x="6070" y="4089"/>
                  <a:pt x="6070" y="4089"/>
                </a:cubicBezTo>
                <a:cubicBezTo>
                  <a:pt x="6070" y="4089"/>
                  <a:pt x="8118" y="2876"/>
                  <a:pt x="8047" y="2454"/>
                </a:cubicBezTo>
                <a:cubicBezTo>
                  <a:pt x="8014" y="2260"/>
                  <a:pt x="7474" y="2207"/>
                  <a:pt x="6903" y="2207"/>
                </a:cubicBezTo>
                <a:cubicBezTo>
                  <a:pt x="6240" y="2207"/>
                  <a:pt x="5536" y="2278"/>
                  <a:pt x="5536" y="2278"/>
                </a:cubicBezTo>
                <a:cubicBezTo>
                  <a:pt x="5536" y="2278"/>
                  <a:pt x="4947" y="0"/>
                  <a:pt x="4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2"/>
          <p:cNvSpPr/>
          <p:nvPr/>
        </p:nvSpPr>
        <p:spPr>
          <a:xfrm>
            <a:off x="0" y="1954050"/>
            <a:ext cx="478330" cy="735822"/>
          </a:xfrm>
          <a:custGeom>
            <a:avLst/>
            <a:gdLst/>
            <a:ahLst/>
            <a:cxnLst/>
            <a:rect l="l" t="t" r="r" b="b"/>
            <a:pathLst>
              <a:path w="8313" h="12788" extrusionOk="0">
                <a:moveTo>
                  <a:pt x="278" y="0"/>
                </a:moveTo>
                <a:cubicBezTo>
                  <a:pt x="186" y="0"/>
                  <a:pt x="93" y="3"/>
                  <a:pt x="0" y="10"/>
                </a:cubicBezTo>
                <a:lnTo>
                  <a:pt x="0" y="12773"/>
                </a:lnTo>
                <a:cubicBezTo>
                  <a:pt x="108" y="12782"/>
                  <a:pt x="218" y="12787"/>
                  <a:pt x="329" y="12787"/>
                </a:cubicBezTo>
                <a:cubicBezTo>
                  <a:pt x="630" y="12787"/>
                  <a:pt x="944" y="12751"/>
                  <a:pt x="1274" y="12662"/>
                </a:cubicBezTo>
                <a:cubicBezTo>
                  <a:pt x="4124" y="11881"/>
                  <a:pt x="3640" y="8941"/>
                  <a:pt x="3640" y="8941"/>
                </a:cubicBezTo>
                <a:lnTo>
                  <a:pt x="3640" y="8941"/>
                </a:lnTo>
                <a:cubicBezTo>
                  <a:pt x="3640" y="8941"/>
                  <a:pt x="3724" y="8946"/>
                  <a:pt x="3869" y="8946"/>
                </a:cubicBezTo>
                <a:cubicBezTo>
                  <a:pt x="4761" y="8946"/>
                  <a:pt x="7963" y="8756"/>
                  <a:pt x="8158" y="6035"/>
                </a:cubicBezTo>
                <a:cubicBezTo>
                  <a:pt x="8313" y="3883"/>
                  <a:pt x="6209" y="3539"/>
                  <a:pt x="4852" y="3539"/>
                </a:cubicBezTo>
                <a:cubicBezTo>
                  <a:pt x="4217" y="3539"/>
                  <a:pt x="3745" y="3615"/>
                  <a:pt x="3745" y="3615"/>
                </a:cubicBezTo>
                <a:cubicBezTo>
                  <a:pt x="3745" y="3615"/>
                  <a:pt x="3927" y="1006"/>
                  <a:pt x="1410" y="175"/>
                </a:cubicBezTo>
                <a:cubicBezTo>
                  <a:pt x="1064" y="60"/>
                  <a:pt x="678"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2"/>
          <p:cNvSpPr/>
          <p:nvPr/>
        </p:nvSpPr>
        <p:spPr>
          <a:xfrm rot="10800000">
            <a:off x="3796204" y="-3"/>
            <a:ext cx="1508696" cy="487128"/>
          </a:xfrm>
          <a:custGeom>
            <a:avLst/>
            <a:gdLst/>
            <a:ahLst/>
            <a:cxnLst/>
            <a:rect l="l" t="t" r="r" b="b"/>
            <a:pathLst>
              <a:path w="24204" h="7815" extrusionOk="0">
                <a:moveTo>
                  <a:pt x="16155" y="1"/>
                </a:moveTo>
                <a:cubicBezTo>
                  <a:pt x="14677" y="1"/>
                  <a:pt x="13024" y="802"/>
                  <a:pt x="12476" y="2554"/>
                </a:cubicBezTo>
                <a:cubicBezTo>
                  <a:pt x="12476" y="2554"/>
                  <a:pt x="11108" y="331"/>
                  <a:pt x="8285" y="331"/>
                </a:cubicBezTo>
                <a:cubicBezTo>
                  <a:pt x="8057" y="331"/>
                  <a:pt x="7820" y="346"/>
                  <a:pt x="7574" y="377"/>
                </a:cubicBezTo>
                <a:cubicBezTo>
                  <a:pt x="4269" y="796"/>
                  <a:pt x="4684" y="3932"/>
                  <a:pt x="4684" y="3932"/>
                </a:cubicBezTo>
                <a:cubicBezTo>
                  <a:pt x="4684" y="3932"/>
                  <a:pt x="4094" y="3782"/>
                  <a:pt x="3335" y="3782"/>
                </a:cubicBezTo>
                <a:cubicBezTo>
                  <a:pt x="2082" y="3782"/>
                  <a:pt x="367" y="4191"/>
                  <a:pt x="78" y="6358"/>
                </a:cubicBezTo>
                <a:cubicBezTo>
                  <a:pt x="0" y="6949"/>
                  <a:pt x="68" y="7429"/>
                  <a:pt x="237" y="7815"/>
                </a:cubicBezTo>
                <a:lnTo>
                  <a:pt x="23257" y="7815"/>
                </a:lnTo>
                <a:cubicBezTo>
                  <a:pt x="23686" y="7395"/>
                  <a:pt x="23993" y="6821"/>
                  <a:pt x="24047" y="6041"/>
                </a:cubicBezTo>
                <a:cubicBezTo>
                  <a:pt x="24204" y="3886"/>
                  <a:pt x="22100" y="3543"/>
                  <a:pt x="20743" y="3543"/>
                </a:cubicBezTo>
                <a:cubicBezTo>
                  <a:pt x="20109" y="3543"/>
                  <a:pt x="19638" y="3618"/>
                  <a:pt x="19638" y="3618"/>
                </a:cubicBezTo>
                <a:cubicBezTo>
                  <a:pt x="19638" y="3618"/>
                  <a:pt x="19816" y="1013"/>
                  <a:pt x="17302" y="177"/>
                </a:cubicBezTo>
                <a:cubicBezTo>
                  <a:pt x="16950" y="61"/>
                  <a:pt x="16559" y="1"/>
                  <a:pt x="161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 name="Google Shape;66;p2"/>
          <p:cNvGrpSpPr/>
          <p:nvPr/>
        </p:nvGrpSpPr>
        <p:grpSpPr>
          <a:xfrm>
            <a:off x="184775" y="4068600"/>
            <a:ext cx="581394" cy="933655"/>
            <a:chOff x="304350" y="3911000"/>
            <a:chExt cx="581394" cy="933655"/>
          </a:xfrm>
        </p:grpSpPr>
        <p:sp>
          <p:nvSpPr>
            <p:cNvPr id="67" name="Google Shape;67;p2"/>
            <p:cNvSpPr/>
            <p:nvPr/>
          </p:nvSpPr>
          <p:spPr>
            <a:xfrm>
              <a:off x="317622" y="4003813"/>
              <a:ext cx="91581" cy="114345"/>
            </a:xfrm>
            <a:custGeom>
              <a:avLst/>
              <a:gdLst/>
              <a:ahLst/>
              <a:cxnLst/>
              <a:rect l="l" t="t" r="r" b="b"/>
              <a:pathLst>
                <a:path w="2084" h="2602" extrusionOk="0">
                  <a:moveTo>
                    <a:pt x="688" y="0"/>
                  </a:moveTo>
                  <a:cubicBezTo>
                    <a:pt x="328" y="0"/>
                    <a:pt x="1" y="379"/>
                    <a:pt x="201" y="1026"/>
                  </a:cubicBezTo>
                  <a:cubicBezTo>
                    <a:pt x="438" y="1797"/>
                    <a:pt x="1472" y="2405"/>
                    <a:pt x="2084" y="2601"/>
                  </a:cubicBezTo>
                  <a:cubicBezTo>
                    <a:pt x="2060" y="2375"/>
                    <a:pt x="2040" y="2145"/>
                    <a:pt x="2023" y="1915"/>
                  </a:cubicBezTo>
                  <a:cubicBezTo>
                    <a:pt x="1746" y="1273"/>
                    <a:pt x="1344" y="418"/>
                    <a:pt x="1084" y="168"/>
                  </a:cubicBezTo>
                  <a:cubicBezTo>
                    <a:pt x="965" y="54"/>
                    <a:pt x="824" y="0"/>
                    <a:pt x="6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2"/>
            <p:cNvSpPr/>
            <p:nvPr/>
          </p:nvSpPr>
          <p:spPr>
            <a:xfrm>
              <a:off x="440801" y="4042309"/>
              <a:ext cx="97031" cy="155565"/>
            </a:xfrm>
            <a:custGeom>
              <a:avLst/>
              <a:gdLst/>
              <a:ahLst/>
              <a:cxnLst/>
              <a:rect l="l" t="t" r="r" b="b"/>
              <a:pathLst>
                <a:path w="2208" h="3540" extrusionOk="0">
                  <a:moveTo>
                    <a:pt x="1702" y="0"/>
                  </a:moveTo>
                  <a:cubicBezTo>
                    <a:pt x="1282" y="0"/>
                    <a:pt x="653" y="806"/>
                    <a:pt x="389" y="1549"/>
                  </a:cubicBezTo>
                  <a:cubicBezTo>
                    <a:pt x="224" y="2013"/>
                    <a:pt x="92" y="2537"/>
                    <a:pt x="1" y="2952"/>
                  </a:cubicBezTo>
                  <a:cubicBezTo>
                    <a:pt x="41" y="3148"/>
                    <a:pt x="85" y="3344"/>
                    <a:pt x="129" y="3540"/>
                  </a:cubicBezTo>
                  <a:cubicBezTo>
                    <a:pt x="754" y="3125"/>
                    <a:pt x="1667" y="2120"/>
                    <a:pt x="1916" y="1431"/>
                  </a:cubicBezTo>
                  <a:cubicBezTo>
                    <a:pt x="2208" y="634"/>
                    <a:pt x="2150" y="43"/>
                    <a:pt x="1734" y="2"/>
                  </a:cubicBezTo>
                  <a:cubicBezTo>
                    <a:pt x="1723" y="1"/>
                    <a:pt x="1713" y="0"/>
                    <a:pt x="17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2"/>
            <p:cNvSpPr/>
            <p:nvPr/>
          </p:nvSpPr>
          <p:spPr>
            <a:xfrm>
              <a:off x="304350" y="4191285"/>
              <a:ext cx="144667" cy="109071"/>
            </a:xfrm>
            <a:custGeom>
              <a:avLst/>
              <a:gdLst/>
              <a:ahLst/>
              <a:cxnLst/>
              <a:rect l="l" t="t" r="r" b="b"/>
              <a:pathLst>
                <a:path w="3292" h="2482" extrusionOk="0">
                  <a:moveTo>
                    <a:pt x="575" y="1"/>
                  </a:moveTo>
                  <a:cubicBezTo>
                    <a:pt x="471" y="1"/>
                    <a:pt x="393" y="22"/>
                    <a:pt x="348" y="65"/>
                  </a:cubicBezTo>
                  <a:cubicBezTo>
                    <a:pt x="0" y="404"/>
                    <a:pt x="189" y="1336"/>
                    <a:pt x="1203" y="1901"/>
                  </a:cubicBezTo>
                  <a:cubicBezTo>
                    <a:pt x="1991" y="2340"/>
                    <a:pt x="2916" y="2451"/>
                    <a:pt x="3292" y="2481"/>
                  </a:cubicBezTo>
                  <a:cubicBezTo>
                    <a:pt x="3180" y="2154"/>
                    <a:pt x="3082" y="1826"/>
                    <a:pt x="2987" y="1495"/>
                  </a:cubicBezTo>
                  <a:cubicBezTo>
                    <a:pt x="2292" y="556"/>
                    <a:pt x="1104" y="1"/>
                    <a:pt x="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2"/>
            <p:cNvSpPr/>
            <p:nvPr/>
          </p:nvSpPr>
          <p:spPr>
            <a:xfrm>
              <a:off x="507027" y="4204908"/>
              <a:ext cx="111884" cy="188700"/>
            </a:xfrm>
            <a:custGeom>
              <a:avLst/>
              <a:gdLst/>
              <a:ahLst/>
              <a:cxnLst/>
              <a:rect l="l" t="t" r="r" b="b"/>
              <a:pathLst>
                <a:path w="2546" h="4294" extrusionOk="0">
                  <a:moveTo>
                    <a:pt x="1792" y="0"/>
                  </a:moveTo>
                  <a:cubicBezTo>
                    <a:pt x="1287" y="0"/>
                    <a:pt x="754" y="628"/>
                    <a:pt x="389" y="1716"/>
                  </a:cubicBezTo>
                  <a:cubicBezTo>
                    <a:pt x="136" y="2480"/>
                    <a:pt x="38" y="3263"/>
                    <a:pt x="1" y="3804"/>
                  </a:cubicBezTo>
                  <a:cubicBezTo>
                    <a:pt x="75" y="3966"/>
                    <a:pt x="156" y="4132"/>
                    <a:pt x="238" y="4294"/>
                  </a:cubicBezTo>
                  <a:cubicBezTo>
                    <a:pt x="2546" y="2513"/>
                    <a:pt x="2356" y="245"/>
                    <a:pt x="2153" y="114"/>
                  </a:cubicBezTo>
                  <a:cubicBezTo>
                    <a:pt x="2036" y="37"/>
                    <a:pt x="1915" y="0"/>
                    <a:pt x="17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2"/>
            <p:cNvSpPr/>
            <p:nvPr/>
          </p:nvSpPr>
          <p:spPr>
            <a:xfrm>
              <a:off x="316699" y="4391765"/>
              <a:ext cx="234051" cy="117817"/>
            </a:xfrm>
            <a:custGeom>
              <a:avLst/>
              <a:gdLst/>
              <a:ahLst/>
              <a:cxnLst/>
              <a:rect l="l" t="t" r="r" b="b"/>
              <a:pathLst>
                <a:path w="5326" h="2681" extrusionOk="0">
                  <a:moveTo>
                    <a:pt x="764" y="0"/>
                  </a:moveTo>
                  <a:cubicBezTo>
                    <a:pt x="0" y="0"/>
                    <a:pt x="446" y="930"/>
                    <a:pt x="1074" y="1516"/>
                  </a:cubicBezTo>
                  <a:cubicBezTo>
                    <a:pt x="1680" y="2086"/>
                    <a:pt x="3818" y="2680"/>
                    <a:pt x="5176" y="2680"/>
                  </a:cubicBezTo>
                  <a:cubicBezTo>
                    <a:pt x="5227" y="2680"/>
                    <a:pt x="5277" y="2679"/>
                    <a:pt x="5325" y="2678"/>
                  </a:cubicBezTo>
                  <a:cubicBezTo>
                    <a:pt x="5230" y="2526"/>
                    <a:pt x="5133" y="2377"/>
                    <a:pt x="5041" y="2225"/>
                  </a:cubicBezTo>
                  <a:cubicBezTo>
                    <a:pt x="3970" y="1525"/>
                    <a:pt x="1838" y="184"/>
                    <a:pt x="1024" y="28"/>
                  </a:cubicBezTo>
                  <a:cubicBezTo>
                    <a:pt x="925" y="9"/>
                    <a:pt x="839" y="0"/>
                    <a:pt x="76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2"/>
            <p:cNvSpPr/>
            <p:nvPr/>
          </p:nvSpPr>
          <p:spPr>
            <a:xfrm>
              <a:off x="608629" y="4335822"/>
              <a:ext cx="114872" cy="219989"/>
            </a:xfrm>
            <a:custGeom>
              <a:avLst/>
              <a:gdLst/>
              <a:ahLst/>
              <a:cxnLst/>
              <a:rect l="l" t="t" r="r" b="b"/>
              <a:pathLst>
                <a:path w="2614" h="5006" extrusionOk="0">
                  <a:moveTo>
                    <a:pt x="2283" y="1"/>
                  </a:moveTo>
                  <a:cubicBezTo>
                    <a:pt x="1944" y="1"/>
                    <a:pt x="1332" y="587"/>
                    <a:pt x="923" y="1285"/>
                  </a:cubicBezTo>
                  <a:cubicBezTo>
                    <a:pt x="179" y="2549"/>
                    <a:pt x="24" y="3985"/>
                    <a:pt x="0" y="4755"/>
                  </a:cubicBezTo>
                  <a:cubicBezTo>
                    <a:pt x="61" y="4840"/>
                    <a:pt x="122" y="4921"/>
                    <a:pt x="183" y="5005"/>
                  </a:cubicBezTo>
                  <a:cubicBezTo>
                    <a:pt x="899" y="3775"/>
                    <a:pt x="2085" y="2450"/>
                    <a:pt x="2454" y="926"/>
                  </a:cubicBezTo>
                  <a:cubicBezTo>
                    <a:pt x="2613" y="262"/>
                    <a:pt x="2509" y="1"/>
                    <a:pt x="22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2"/>
            <p:cNvSpPr/>
            <p:nvPr/>
          </p:nvSpPr>
          <p:spPr>
            <a:xfrm>
              <a:off x="351240" y="4538675"/>
              <a:ext cx="297815" cy="104281"/>
            </a:xfrm>
            <a:custGeom>
              <a:avLst/>
              <a:gdLst/>
              <a:ahLst/>
              <a:cxnLst/>
              <a:rect l="l" t="t" r="r" b="b"/>
              <a:pathLst>
                <a:path w="6777" h="2373" extrusionOk="0">
                  <a:moveTo>
                    <a:pt x="721" y="1"/>
                  </a:moveTo>
                  <a:cubicBezTo>
                    <a:pt x="456" y="1"/>
                    <a:pt x="264" y="66"/>
                    <a:pt x="207" y="230"/>
                  </a:cubicBezTo>
                  <a:cubicBezTo>
                    <a:pt x="1" y="808"/>
                    <a:pt x="1555" y="1626"/>
                    <a:pt x="3569" y="2075"/>
                  </a:cubicBezTo>
                  <a:cubicBezTo>
                    <a:pt x="4660" y="2316"/>
                    <a:pt x="5634" y="2373"/>
                    <a:pt x="6299" y="2373"/>
                  </a:cubicBezTo>
                  <a:cubicBezTo>
                    <a:pt x="6483" y="2373"/>
                    <a:pt x="6644" y="2368"/>
                    <a:pt x="6776" y="2362"/>
                  </a:cubicBezTo>
                  <a:cubicBezTo>
                    <a:pt x="6699" y="2272"/>
                    <a:pt x="6624" y="2180"/>
                    <a:pt x="6547" y="2089"/>
                  </a:cubicBezTo>
                  <a:cubicBezTo>
                    <a:pt x="5547" y="1714"/>
                    <a:pt x="3691" y="1011"/>
                    <a:pt x="3103" y="714"/>
                  </a:cubicBezTo>
                  <a:cubicBezTo>
                    <a:pt x="2513" y="416"/>
                    <a:pt x="1387" y="1"/>
                    <a:pt x="7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2"/>
            <p:cNvSpPr/>
            <p:nvPr/>
          </p:nvSpPr>
          <p:spPr>
            <a:xfrm>
              <a:off x="734094" y="4511736"/>
              <a:ext cx="128495" cy="193885"/>
            </a:xfrm>
            <a:custGeom>
              <a:avLst/>
              <a:gdLst/>
              <a:ahLst/>
              <a:cxnLst/>
              <a:rect l="l" t="t" r="r" b="b"/>
              <a:pathLst>
                <a:path w="2924" h="4412" extrusionOk="0">
                  <a:moveTo>
                    <a:pt x="2220" y="1"/>
                  </a:moveTo>
                  <a:cubicBezTo>
                    <a:pt x="1691" y="1"/>
                    <a:pt x="820" y="789"/>
                    <a:pt x="447" y="1661"/>
                  </a:cubicBezTo>
                  <a:cubicBezTo>
                    <a:pt x="85" y="2503"/>
                    <a:pt x="1" y="3510"/>
                    <a:pt x="21" y="4196"/>
                  </a:cubicBezTo>
                  <a:cubicBezTo>
                    <a:pt x="88" y="4270"/>
                    <a:pt x="157" y="4341"/>
                    <a:pt x="224" y="4412"/>
                  </a:cubicBezTo>
                  <a:cubicBezTo>
                    <a:pt x="491" y="3912"/>
                    <a:pt x="1041" y="2902"/>
                    <a:pt x="1457" y="2293"/>
                  </a:cubicBezTo>
                  <a:cubicBezTo>
                    <a:pt x="2160" y="1266"/>
                    <a:pt x="2924" y="712"/>
                    <a:pt x="2542" y="161"/>
                  </a:cubicBezTo>
                  <a:cubicBezTo>
                    <a:pt x="2465" y="50"/>
                    <a:pt x="2353" y="1"/>
                    <a:pt x="22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2"/>
            <p:cNvSpPr/>
            <p:nvPr/>
          </p:nvSpPr>
          <p:spPr>
            <a:xfrm>
              <a:off x="436055" y="4691561"/>
              <a:ext cx="329895" cy="87143"/>
            </a:xfrm>
            <a:custGeom>
              <a:avLst/>
              <a:gdLst/>
              <a:ahLst/>
              <a:cxnLst/>
              <a:rect l="l" t="t" r="r" b="b"/>
              <a:pathLst>
                <a:path w="7507" h="1983" extrusionOk="0">
                  <a:moveTo>
                    <a:pt x="1488" y="1"/>
                  </a:moveTo>
                  <a:cubicBezTo>
                    <a:pt x="721" y="1"/>
                    <a:pt x="209" y="211"/>
                    <a:pt x="129" y="550"/>
                  </a:cubicBezTo>
                  <a:cubicBezTo>
                    <a:pt x="0" y="1104"/>
                    <a:pt x="1288" y="1550"/>
                    <a:pt x="3715" y="1878"/>
                  </a:cubicBezTo>
                  <a:cubicBezTo>
                    <a:pt x="4269" y="1953"/>
                    <a:pt x="4787" y="1982"/>
                    <a:pt x="5256" y="1982"/>
                  </a:cubicBezTo>
                  <a:cubicBezTo>
                    <a:pt x="6280" y="1982"/>
                    <a:pt x="7072" y="1844"/>
                    <a:pt x="7506" y="1746"/>
                  </a:cubicBezTo>
                  <a:cubicBezTo>
                    <a:pt x="7449" y="1692"/>
                    <a:pt x="7391" y="1634"/>
                    <a:pt x="7333" y="1580"/>
                  </a:cubicBezTo>
                  <a:cubicBezTo>
                    <a:pt x="6303" y="1364"/>
                    <a:pt x="4596" y="681"/>
                    <a:pt x="3214" y="276"/>
                  </a:cubicBezTo>
                  <a:cubicBezTo>
                    <a:pt x="2566" y="86"/>
                    <a:pt x="1975" y="1"/>
                    <a:pt x="14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2"/>
            <p:cNvSpPr/>
            <p:nvPr/>
          </p:nvSpPr>
          <p:spPr>
            <a:xfrm>
              <a:off x="402349" y="3911000"/>
              <a:ext cx="483395" cy="933655"/>
            </a:xfrm>
            <a:custGeom>
              <a:avLst/>
              <a:gdLst/>
              <a:ahLst/>
              <a:cxnLst/>
              <a:rect l="l" t="t" r="r" b="b"/>
              <a:pathLst>
                <a:path w="11000" h="21246" extrusionOk="0">
                  <a:moveTo>
                    <a:pt x="638" y="0"/>
                  </a:moveTo>
                  <a:cubicBezTo>
                    <a:pt x="624" y="0"/>
                    <a:pt x="609" y="10"/>
                    <a:pt x="598" y="33"/>
                  </a:cubicBezTo>
                  <a:cubicBezTo>
                    <a:pt x="71" y="1216"/>
                    <a:pt x="1" y="2655"/>
                    <a:pt x="95" y="4027"/>
                  </a:cubicBezTo>
                  <a:cubicBezTo>
                    <a:pt x="112" y="4257"/>
                    <a:pt x="132" y="4487"/>
                    <a:pt x="156" y="4713"/>
                  </a:cubicBezTo>
                  <a:cubicBezTo>
                    <a:pt x="193" y="5058"/>
                    <a:pt x="237" y="5396"/>
                    <a:pt x="285" y="5717"/>
                  </a:cubicBezTo>
                  <a:cubicBezTo>
                    <a:pt x="392" y="6443"/>
                    <a:pt x="558" y="7164"/>
                    <a:pt x="757" y="7873"/>
                  </a:cubicBezTo>
                  <a:cubicBezTo>
                    <a:pt x="852" y="8204"/>
                    <a:pt x="950" y="8532"/>
                    <a:pt x="1062" y="8859"/>
                  </a:cubicBezTo>
                  <a:cubicBezTo>
                    <a:pt x="1423" y="9918"/>
                    <a:pt x="1873" y="10948"/>
                    <a:pt x="2386" y="11928"/>
                  </a:cubicBezTo>
                  <a:cubicBezTo>
                    <a:pt x="2609" y="12347"/>
                    <a:pt x="2846" y="12760"/>
                    <a:pt x="3092" y="13165"/>
                  </a:cubicBezTo>
                  <a:cubicBezTo>
                    <a:pt x="3184" y="13317"/>
                    <a:pt x="3281" y="13466"/>
                    <a:pt x="3376" y="13618"/>
                  </a:cubicBezTo>
                  <a:cubicBezTo>
                    <a:pt x="3988" y="14577"/>
                    <a:pt x="4664" y="15494"/>
                    <a:pt x="5384" y="16372"/>
                  </a:cubicBezTo>
                  <a:cubicBezTo>
                    <a:pt x="5461" y="16463"/>
                    <a:pt x="5536" y="16555"/>
                    <a:pt x="5613" y="16645"/>
                  </a:cubicBezTo>
                  <a:cubicBezTo>
                    <a:pt x="5745" y="16804"/>
                    <a:pt x="5873" y="16967"/>
                    <a:pt x="6009" y="17119"/>
                  </a:cubicBezTo>
                  <a:cubicBezTo>
                    <a:pt x="6675" y="17882"/>
                    <a:pt x="7367" y="18640"/>
                    <a:pt x="8100" y="19342"/>
                  </a:cubicBezTo>
                  <a:cubicBezTo>
                    <a:pt x="8158" y="19396"/>
                    <a:pt x="8216" y="19454"/>
                    <a:pt x="8273" y="19508"/>
                  </a:cubicBezTo>
                  <a:cubicBezTo>
                    <a:pt x="8337" y="19565"/>
                    <a:pt x="8401" y="19630"/>
                    <a:pt x="8465" y="19691"/>
                  </a:cubicBezTo>
                  <a:cubicBezTo>
                    <a:pt x="9094" y="20262"/>
                    <a:pt x="9844" y="21059"/>
                    <a:pt x="10702" y="21241"/>
                  </a:cubicBezTo>
                  <a:cubicBezTo>
                    <a:pt x="10714" y="21244"/>
                    <a:pt x="10727" y="21245"/>
                    <a:pt x="10741" y="21245"/>
                  </a:cubicBezTo>
                  <a:cubicBezTo>
                    <a:pt x="10857" y="21245"/>
                    <a:pt x="10999" y="21156"/>
                    <a:pt x="10902" y="21029"/>
                  </a:cubicBezTo>
                  <a:cubicBezTo>
                    <a:pt x="10435" y="20421"/>
                    <a:pt x="9746" y="19967"/>
                    <a:pt x="9178" y="19457"/>
                  </a:cubicBezTo>
                  <a:cubicBezTo>
                    <a:pt x="8688" y="19022"/>
                    <a:pt x="8225" y="18555"/>
                    <a:pt x="7773" y="18082"/>
                  </a:cubicBezTo>
                  <a:cubicBezTo>
                    <a:pt x="7706" y="18011"/>
                    <a:pt x="7637" y="17940"/>
                    <a:pt x="7570" y="17866"/>
                  </a:cubicBezTo>
                  <a:cubicBezTo>
                    <a:pt x="7300" y="17578"/>
                    <a:pt x="7032" y="17288"/>
                    <a:pt x="6769" y="16997"/>
                  </a:cubicBezTo>
                  <a:cubicBezTo>
                    <a:pt x="6100" y="16254"/>
                    <a:pt x="5471" y="15477"/>
                    <a:pt x="4877" y="14672"/>
                  </a:cubicBezTo>
                  <a:cubicBezTo>
                    <a:pt x="4816" y="14588"/>
                    <a:pt x="4755" y="14507"/>
                    <a:pt x="4694" y="14422"/>
                  </a:cubicBezTo>
                  <a:cubicBezTo>
                    <a:pt x="4086" y="13577"/>
                    <a:pt x="3525" y="12696"/>
                    <a:pt x="3028" y="11779"/>
                  </a:cubicBezTo>
                  <a:cubicBezTo>
                    <a:pt x="2886" y="11516"/>
                    <a:pt x="2751" y="11249"/>
                    <a:pt x="2620" y="10982"/>
                  </a:cubicBezTo>
                  <a:cubicBezTo>
                    <a:pt x="2538" y="10820"/>
                    <a:pt x="2457" y="10654"/>
                    <a:pt x="2383" y="10492"/>
                  </a:cubicBezTo>
                  <a:cubicBezTo>
                    <a:pt x="1788" y="9208"/>
                    <a:pt x="1322" y="7883"/>
                    <a:pt x="1004" y="6528"/>
                  </a:cubicBezTo>
                  <a:cubicBezTo>
                    <a:pt x="960" y="6332"/>
                    <a:pt x="916" y="6136"/>
                    <a:pt x="876" y="5940"/>
                  </a:cubicBezTo>
                  <a:cubicBezTo>
                    <a:pt x="497" y="4038"/>
                    <a:pt x="416" y="2081"/>
                    <a:pt x="706" y="100"/>
                  </a:cubicBezTo>
                  <a:cubicBezTo>
                    <a:pt x="714" y="57"/>
                    <a:pt x="675" y="0"/>
                    <a:pt x="6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7" name="Google Shape;77;p2"/>
          <p:cNvGrpSpPr/>
          <p:nvPr/>
        </p:nvGrpSpPr>
        <p:grpSpPr>
          <a:xfrm>
            <a:off x="492100" y="1547800"/>
            <a:ext cx="442250" cy="453124"/>
            <a:chOff x="918850" y="1629150"/>
            <a:chExt cx="442250" cy="453124"/>
          </a:xfrm>
        </p:grpSpPr>
        <p:sp>
          <p:nvSpPr>
            <p:cNvPr id="78" name="Google Shape;78;p2"/>
            <p:cNvSpPr/>
            <p:nvPr/>
          </p:nvSpPr>
          <p:spPr>
            <a:xfrm>
              <a:off x="1015722" y="1741872"/>
              <a:ext cx="267869" cy="245600"/>
            </a:xfrm>
            <a:custGeom>
              <a:avLst/>
              <a:gdLst/>
              <a:ahLst/>
              <a:cxnLst/>
              <a:rect l="l" t="t" r="r" b="b"/>
              <a:pathLst>
                <a:path w="8384" h="7687" extrusionOk="0">
                  <a:moveTo>
                    <a:pt x="3609" y="0"/>
                  </a:moveTo>
                  <a:cubicBezTo>
                    <a:pt x="2511" y="0"/>
                    <a:pt x="1440" y="451"/>
                    <a:pt x="763" y="1473"/>
                  </a:cubicBezTo>
                  <a:cubicBezTo>
                    <a:pt x="753" y="1488"/>
                    <a:pt x="742" y="1494"/>
                    <a:pt x="732" y="1494"/>
                  </a:cubicBezTo>
                  <a:cubicBezTo>
                    <a:pt x="716" y="1494"/>
                    <a:pt x="702" y="1480"/>
                    <a:pt x="690" y="1460"/>
                  </a:cubicBezTo>
                  <a:cubicBezTo>
                    <a:pt x="199" y="2305"/>
                    <a:pt x="0" y="3343"/>
                    <a:pt x="0" y="4282"/>
                  </a:cubicBezTo>
                  <a:cubicBezTo>
                    <a:pt x="0" y="4508"/>
                    <a:pt x="24" y="4731"/>
                    <a:pt x="64" y="4945"/>
                  </a:cubicBezTo>
                  <a:cubicBezTo>
                    <a:pt x="111" y="4099"/>
                    <a:pt x="433" y="3241"/>
                    <a:pt x="913" y="2619"/>
                  </a:cubicBezTo>
                  <a:cubicBezTo>
                    <a:pt x="1503" y="1857"/>
                    <a:pt x="2437" y="1440"/>
                    <a:pt x="3379" y="1440"/>
                  </a:cubicBezTo>
                  <a:cubicBezTo>
                    <a:pt x="3844" y="1440"/>
                    <a:pt x="4312" y="1542"/>
                    <a:pt x="4741" y="1754"/>
                  </a:cubicBezTo>
                  <a:cubicBezTo>
                    <a:pt x="5985" y="2365"/>
                    <a:pt x="6505" y="4059"/>
                    <a:pt x="5403" y="5082"/>
                  </a:cubicBezTo>
                  <a:cubicBezTo>
                    <a:pt x="5075" y="5387"/>
                    <a:pt x="4597" y="5552"/>
                    <a:pt x="4131" y="5552"/>
                  </a:cubicBezTo>
                  <a:cubicBezTo>
                    <a:pt x="3511" y="5552"/>
                    <a:pt x="2912" y="5260"/>
                    <a:pt x="2713" y="4616"/>
                  </a:cubicBezTo>
                  <a:cubicBezTo>
                    <a:pt x="2506" y="3952"/>
                    <a:pt x="2911" y="3302"/>
                    <a:pt x="3480" y="3302"/>
                  </a:cubicBezTo>
                  <a:cubicBezTo>
                    <a:pt x="3644" y="3302"/>
                    <a:pt x="3821" y="3355"/>
                    <a:pt x="4001" y="3477"/>
                  </a:cubicBezTo>
                  <a:cubicBezTo>
                    <a:pt x="4070" y="3525"/>
                    <a:pt x="4072" y="3671"/>
                    <a:pt x="3988" y="3671"/>
                  </a:cubicBezTo>
                  <a:cubicBezTo>
                    <a:pt x="3977" y="3671"/>
                    <a:pt x="3964" y="3669"/>
                    <a:pt x="3950" y="3663"/>
                  </a:cubicBezTo>
                  <a:cubicBezTo>
                    <a:pt x="3859" y="3628"/>
                    <a:pt x="3775" y="3612"/>
                    <a:pt x="3699" y="3612"/>
                  </a:cubicBezTo>
                  <a:cubicBezTo>
                    <a:pt x="2974" y="3612"/>
                    <a:pt x="2903" y="5041"/>
                    <a:pt x="4045" y="5041"/>
                  </a:cubicBezTo>
                  <a:cubicBezTo>
                    <a:pt x="4151" y="5041"/>
                    <a:pt x="4268" y="5028"/>
                    <a:pt x="4396" y="5001"/>
                  </a:cubicBezTo>
                  <a:cubicBezTo>
                    <a:pt x="5322" y="4809"/>
                    <a:pt x="5745" y="3886"/>
                    <a:pt x="5346" y="3008"/>
                  </a:cubicBezTo>
                  <a:cubicBezTo>
                    <a:pt x="4990" y="2221"/>
                    <a:pt x="4271" y="1890"/>
                    <a:pt x="3513" y="1890"/>
                  </a:cubicBezTo>
                  <a:cubicBezTo>
                    <a:pt x="2620" y="1890"/>
                    <a:pt x="1673" y="2349"/>
                    <a:pt x="1203" y="3065"/>
                  </a:cubicBezTo>
                  <a:cubicBezTo>
                    <a:pt x="520" y="4106"/>
                    <a:pt x="297" y="5823"/>
                    <a:pt x="1233" y="6790"/>
                  </a:cubicBezTo>
                  <a:cubicBezTo>
                    <a:pt x="1869" y="7448"/>
                    <a:pt x="2849" y="7687"/>
                    <a:pt x="3753" y="7687"/>
                  </a:cubicBezTo>
                  <a:cubicBezTo>
                    <a:pt x="3874" y="7687"/>
                    <a:pt x="3992" y="7682"/>
                    <a:pt x="4109" y="7674"/>
                  </a:cubicBezTo>
                  <a:cubicBezTo>
                    <a:pt x="6732" y="7499"/>
                    <a:pt x="8384" y="5073"/>
                    <a:pt x="7468" y="2545"/>
                  </a:cubicBezTo>
                  <a:cubicBezTo>
                    <a:pt x="6901" y="977"/>
                    <a:pt x="5225" y="0"/>
                    <a:pt x="360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2"/>
            <p:cNvSpPr/>
            <p:nvPr/>
          </p:nvSpPr>
          <p:spPr>
            <a:xfrm>
              <a:off x="1016680" y="1729347"/>
              <a:ext cx="282406" cy="275153"/>
            </a:xfrm>
            <a:custGeom>
              <a:avLst/>
              <a:gdLst/>
              <a:ahLst/>
              <a:cxnLst/>
              <a:rect l="l" t="t" r="r" b="b"/>
              <a:pathLst>
                <a:path w="8839" h="8612" extrusionOk="0">
                  <a:moveTo>
                    <a:pt x="3937" y="1"/>
                  </a:moveTo>
                  <a:cubicBezTo>
                    <a:pt x="2672" y="1"/>
                    <a:pt x="1101" y="550"/>
                    <a:pt x="639" y="1754"/>
                  </a:cubicBezTo>
                  <a:cubicBezTo>
                    <a:pt x="632" y="1778"/>
                    <a:pt x="643" y="1822"/>
                    <a:pt x="660" y="1852"/>
                  </a:cubicBezTo>
                  <a:cubicBezTo>
                    <a:pt x="672" y="1872"/>
                    <a:pt x="686" y="1886"/>
                    <a:pt x="702" y="1886"/>
                  </a:cubicBezTo>
                  <a:cubicBezTo>
                    <a:pt x="712" y="1886"/>
                    <a:pt x="723" y="1880"/>
                    <a:pt x="733" y="1865"/>
                  </a:cubicBezTo>
                  <a:cubicBezTo>
                    <a:pt x="1410" y="843"/>
                    <a:pt x="2481" y="392"/>
                    <a:pt x="3579" y="392"/>
                  </a:cubicBezTo>
                  <a:cubicBezTo>
                    <a:pt x="5195" y="392"/>
                    <a:pt x="6871" y="1369"/>
                    <a:pt x="7438" y="2937"/>
                  </a:cubicBezTo>
                  <a:cubicBezTo>
                    <a:pt x="8354" y="5465"/>
                    <a:pt x="6702" y="7891"/>
                    <a:pt x="4079" y="8066"/>
                  </a:cubicBezTo>
                  <a:cubicBezTo>
                    <a:pt x="3962" y="8074"/>
                    <a:pt x="3844" y="8079"/>
                    <a:pt x="3723" y="8079"/>
                  </a:cubicBezTo>
                  <a:cubicBezTo>
                    <a:pt x="2819" y="8079"/>
                    <a:pt x="1839" y="7840"/>
                    <a:pt x="1203" y="7182"/>
                  </a:cubicBezTo>
                  <a:cubicBezTo>
                    <a:pt x="267" y="6215"/>
                    <a:pt x="490" y="4498"/>
                    <a:pt x="1173" y="3457"/>
                  </a:cubicBezTo>
                  <a:cubicBezTo>
                    <a:pt x="1643" y="2741"/>
                    <a:pt x="2590" y="2282"/>
                    <a:pt x="3483" y="2282"/>
                  </a:cubicBezTo>
                  <a:cubicBezTo>
                    <a:pt x="4241" y="2282"/>
                    <a:pt x="4960" y="2613"/>
                    <a:pt x="5316" y="3400"/>
                  </a:cubicBezTo>
                  <a:cubicBezTo>
                    <a:pt x="5715" y="4278"/>
                    <a:pt x="5292" y="5201"/>
                    <a:pt x="4366" y="5393"/>
                  </a:cubicBezTo>
                  <a:cubicBezTo>
                    <a:pt x="4238" y="5420"/>
                    <a:pt x="4121" y="5433"/>
                    <a:pt x="4015" y="5433"/>
                  </a:cubicBezTo>
                  <a:cubicBezTo>
                    <a:pt x="2873" y="5433"/>
                    <a:pt x="2944" y="4004"/>
                    <a:pt x="3669" y="4004"/>
                  </a:cubicBezTo>
                  <a:cubicBezTo>
                    <a:pt x="3745" y="4004"/>
                    <a:pt x="3829" y="4020"/>
                    <a:pt x="3920" y="4055"/>
                  </a:cubicBezTo>
                  <a:cubicBezTo>
                    <a:pt x="3934" y="4061"/>
                    <a:pt x="3947" y="4063"/>
                    <a:pt x="3958" y="4063"/>
                  </a:cubicBezTo>
                  <a:cubicBezTo>
                    <a:pt x="4042" y="4063"/>
                    <a:pt x="4040" y="3917"/>
                    <a:pt x="3971" y="3869"/>
                  </a:cubicBezTo>
                  <a:cubicBezTo>
                    <a:pt x="3791" y="3747"/>
                    <a:pt x="3614" y="3694"/>
                    <a:pt x="3450" y="3694"/>
                  </a:cubicBezTo>
                  <a:cubicBezTo>
                    <a:pt x="2881" y="3694"/>
                    <a:pt x="2476" y="4344"/>
                    <a:pt x="2683" y="5008"/>
                  </a:cubicBezTo>
                  <a:cubicBezTo>
                    <a:pt x="2882" y="5652"/>
                    <a:pt x="3481" y="5944"/>
                    <a:pt x="4101" y="5944"/>
                  </a:cubicBezTo>
                  <a:cubicBezTo>
                    <a:pt x="4567" y="5944"/>
                    <a:pt x="5045" y="5779"/>
                    <a:pt x="5373" y="5474"/>
                  </a:cubicBezTo>
                  <a:cubicBezTo>
                    <a:pt x="6475" y="4451"/>
                    <a:pt x="5955" y="2757"/>
                    <a:pt x="4711" y="2146"/>
                  </a:cubicBezTo>
                  <a:cubicBezTo>
                    <a:pt x="4282" y="1934"/>
                    <a:pt x="3814" y="1832"/>
                    <a:pt x="3349" y="1832"/>
                  </a:cubicBezTo>
                  <a:cubicBezTo>
                    <a:pt x="2407" y="1832"/>
                    <a:pt x="1473" y="2249"/>
                    <a:pt x="883" y="3011"/>
                  </a:cubicBezTo>
                  <a:cubicBezTo>
                    <a:pt x="403" y="3633"/>
                    <a:pt x="81" y="4491"/>
                    <a:pt x="34" y="5337"/>
                  </a:cubicBezTo>
                  <a:cubicBezTo>
                    <a:pt x="0" y="5894"/>
                    <a:pt x="85" y="6448"/>
                    <a:pt x="331" y="6928"/>
                  </a:cubicBezTo>
                  <a:cubicBezTo>
                    <a:pt x="913" y="8057"/>
                    <a:pt x="2210" y="8540"/>
                    <a:pt x="3413" y="8604"/>
                  </a:cubicBezTo>
                  <a:cubicBezTo>
                    <a:pt x="3505" y="8609"/>
                    <a:pt x="3596" y="8611"/>
                    <a:pt x="3687" y="8611"/>
                  </a:cubicBezTo>
                  <a:cubicBezTo>
                    <a:pt x="6555" y="8611"/>
                    <a:pt x="8838" y="6266"/>
                    <a:pt x="8121" y="3281"/>
                  </a:cubicBezTo>
                  <a:cubicBezTo>
                    <a:pt x="7685" y="1474"/>
                    <a:pt x="6215" y="230"/>
                    <a:pt x="4377" y="24"/>
                  </a:cubicBezTo>
                  <a:cubicBezTo>
                    <a:pt x="4236" y="9"/>
                    <a:pt x="4089" y="1"/>
                    <a:pt x="39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2"/>
            <p:cNvSpPr/>
            <p:nvPr/>
          </p:nvSpPr>
          <p:spPr>
            <a:xfrm>
              <a:off x="1150678" y="1629150"/>
              <a:ext cx="11694" cy="53037"/>
            </a:xfrm>
            <a:custGeom>
              <a:avLst/>
              <a:gdLst/>
              <a:ahLst/>
              <a:cxnLst/>
              <a:rect l="l" t="t" r="r" b="b"/>
              <a:pathLst>
                <a:path w="366" h="1660" extrusionOk="0">
                  <a:moveTo>
                    <a:pt x="123" y="0"/>
                  </a:moveTo>
                  <a:cubicBezTo>
                    <a:pt x="74" y="0"/>
                    <a:pt x="34" y="29"/>
                    <a:pt x="30" y="102"/>
                  </a:cubicBezTo>
                  <a:cubicBezTo>
                    <a:pt x="0" y="581"/>
                    <a:pt x="34" y="1088"/>
                    <a:pt x="105" y="1562"/>
                  </a:cubicBezTo>
                  <a:cubicBezTo>
                    <a:pt x="112" y="1606"/>
                    <a:pt x="167" y="1660"/>
                    <a:pt x="210" y="1660"/>
                  </a:cubicBezTo>
                  <a:cubicBezTo>
                    <a:pt x="232" y="1660"/>
                    <a:pt x="250" y="1645"/>
                    <a:pt x="257" y="1609"/>
                  </a:cubicBezTo>
                  <a:cubicBezTo>
                    <a:pt x="334" y="1149"/>
                    <a:pt x="365" y="649"/>
                    <a:pt x="331" y="183"/>
                  </a:cubicBezTo>
                  <a:cubicBezTo>
                    <a:pt x="325" y="88"/>
                    <a:pt x="209"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2"/>
            <p:cNvSpPr/>
            <p:nvPr/>
          </p:nvSpPr>
          <p:spPr>
            <a:xfrm>
              <a:off x="1248317" y="1682188"/>
              <a:ext cx="31151" cy="46296"/>
            </a:xfrm>
            <a:custGeom>
              <a:avLst/>
              <a:gdLst/>
              <a:ahLst/>
              <a:cxnLst/>
              <a:rect l="l" t="t" r="r" b="b"/>
              <a:pathLst>
                <a:path w="975" h="1449" extrusionOk="0">
                  <a:moveTo>
                    <a:pt x="755" y="0"/>
                  </a:moveTo>
                  <a:cubicBezTo>
                    <a:pt x="727" y="0"/>
                    <a:pt x="701" y="12"/>
                    <a:pt x="681" y="40"/>
                  </a:cubicBezTo>
                  <a:cubicBezTo>
                    <a:pt x="414" y="412"/>
                    <a:pt x="84" y="881"/>
                    <a:pt x="6" y="1341"/>
                  </a:cubicBezTo>
                  <a:cubicBezTo>
                    <a:pt x="1" y="1381"/>
                    <a:pt x="27" y="1448"/>
                    <a:pt x="66" y="1448"/>
                  </a:cubicBezTo>
                  <a:cubicBezTo>
                    <a:pt x="77" y="1448"/>
                    <a:pt x="88" y="1444"/>
                    <a:pt x="101" y="1432"/>
                  </a:cubicBezTo>
                  <a:cubicBezTo>
                    <a:pt x="263" y="1281"/>
                    <a:pt x="374" y="1064"/>
                    <a:pt x="492" y="878"/>
                  </a:cubicBezTo>
                  <a:cubicBezTo>
                    <a:pt x="624" y="669"/>
                    <a:pt x="770" y="462"/>
                    <a:pt x="908" y="253"/>
                  </a:cubicBezTo>
                  <a:cubicBezTo>
                    <a:pt x="974" y="153"/>
                    <a:pt x="854" y="0"/>
                    <a:pt x="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2"/>
            <p:cNvSpPr/>
            <p:nvPr/>
          </p:nvSpPr>
          <p:spPr>
            <a:xfrm>
              <a:off x="1308638" y="1782322"/>
              <a:ext cx="52462" cy="28084"/>
            </a:xfrm>
            <a:custGeom>
              <a:avLst/>
              <a:gdLst/>
              <a:ahLst/>
              <a:cxnLst/>
              <a:rect l="l" t="t" r="r" b="b"/>
              <a:pathLst>
                <a:path w="1642" h="879" extrusionOk="0">
                  <a:moveTo>
                    <a:pt x="1421" y="0"/>
                  </a:moveTo>
                  <a:cubicBezTo>
                    <a:pt x="1402" y="0"/>
                    <a:pt x="1383" y="6"/>
                    <a:pt x="1365" y="18"/>
                  </a:cubicBezTo>
                  <a:cubicBezTo>
                    <a:pt x="1112" y="201"/>
                    <a:pt x="855" y="309"/>
                    <a:pt x="561" y="410"/>
                  </a:cubicBezTo>
                  <a:cubicBezTo>
                    <a:pt x="351" y="485"/>
                    <a:pt x="17" y="566"/>
                    <a:pt x="0" y="829"/>
                  </a:cubicBezTo>
                  <a:cubicBezTo>
                    <a:pt x="0" y="846"/>
                    <a:pt x="7" y="876"/>
                    <a:pt x="30" y="876"/>
                  </a:cubicBezTo>
                  <a:cubicBezTo>
                    <a:pt x="41" y="878"/>
                    <a:pt x="53" y="879"/>
                    <a:pt x="64" y="879"/>
                  </a:cubicBezTo>
                  <a:cubicBezTo>
                    <a:pt x="153" y="879"/>
                    <a:pt x="230" y="832"/>
                    <a:pt x="314" y="799"/>
                  </a:cubicBezTo>
                  <a:cubicBezTo>
                    <a:pt x="459" y="742"/>
                    <a:pt x="608" y="698"/>
                    <a:pt x="757" y="650"/>
                  </a:cubicBezTo>
                  <a:cubicBezTo>
                    <a:pt x="1031" y="563"/>
                    <a:pt x="1372" y="478"/>
                    <a:pt x="1565" y="252"/>
                  </a:cubicBezTo>
                  <a:cubicBezTo>
                    <a:pt x="1641" y="163"/>
                    <a:pt x="1526" y="0"/>
                    <a:pt x="1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2"/>
            <p:cNvSpPr/>
            <p:nvPr/>
          </p:nvSpPr>
          <p:spPr>
            <a:xfrm>
              <a:off x="1297711" y="1901817"/>
              <a:ext cx="51056" cy="23004"/>
            </a:xfrm>
            <a:custGeom>
              <a:avLst/>
              <a:gdLst/>
              <a:ahLst/>
              <a:cxnLst/>
              <a:rect l="l" t="t" r="r" b="b"/>
              <a:pathLst>
                <a:path w="1598" h="720" extrusionOk="0">
                  <a:moveTo>
                    <a:pt x="84" y="1"/>
                  </a:moveTo>
                  <a:cubicBezTo>
                    <a:pt x="16" y="1"/>
                    <a:pt x="1" y="70"/>
                    <a:pt x="21" y="137"/>
                  </a:cubicBezTo>
                  <a:cubicBezTo>
                    <a:pt x="18" y="141"/>
                    <a:pt x="14" y="145"/>
                    <a:pt x="14" y="145"/>
                  </a:cubicBezTo>
                  <a:cubicBezTo>
                    <a:pt x="18" y="154"/>
                    <a:pt x="27" y="158"/>
                    <a:pt x="31" y="165"/>
                  </a:cubicBezTo>
                  <a:cubicBezTo>
                    <a:pt x="44" y="198"/>
                    <a:pt x="68" y="226"/>
                    <a:pt x="96" y="239"/>
                  </a:cubicBezTo>
                  <a:cubicBezTo>
                    <a:pt x="99" y="239"/>
                    <a:pt x="99" y="243"/>
                    <a:pt x="102" y="243"/>
                  </a:cubicBezTo>
                  <a:cubicBezTo>
                    <a:pt x="210" y="324"/>
                    <a:pt x="375" y="368"/>
                    <a:pt x="484" y="405"/>
                  </a:cubicBezTo>
                  <a:cubicBezTo>
                    <a:pt x="774" y="513"/>
                    <a:pt x="1082" y="577"/>
                    <a:pt x="1369" y="702"/>
                  </a:cubicBezTo>
                  <a:cubicBezTo>
                    <a:pt x="1398" y="714"/>
                    <a:pt x="1424" y="720"/>
                    <a:pt x="1446" y="720"/>
                  </a:cubicBezTo>
                  <a:cubicBezTo>
                    <a:pt x="1589" y="720"/>
                    <a:pt x="1597" y="498"/>
                    <a:pt x="1437" y="425"/>
                  </a:cubicBezTo>
                  <a:cubicBezTo>
                    <a:pt x="1024" y="239"/>
                    <a:pt x="551" y="137"/>
                    <a:pt x="119" y="6"/>
                  </a:cubicBezTo>
                  <a:cubicBezTo>
                    <a:pt x="106" y="2"/>
                    <a:pt x="94"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2"/>
            <p:cNvSpPr/>
            <p:nvPr/>
          </p:nvSpPr>
          <p:spPr>
            <a:xfrm>
              <a:off x="1208444" y="2023454"/>
              <a:ext cx="40321" cy="45401"/>
            </a:xfrm>
            <a:custGeom>
              <a:avLst/>
              <a:gdLst/>
              <a:ahLst/>
              <a:cxnLst/>
              <a:rect l="l" t="t" r="r" b="b"/>
              <a:pathLst>
                <a:path w="1262" h="1421" extrusionOk="0">
                  <a:moveTo>
                    <a:pt x="143" y="0"/>
                  </a:moveTo>
                  <a:cubicBezTo>
                    <a:pt x="69" y="0"/>
                    <a:pt x="0" y="46"/>
                    <a:pt x="27" y="136"/>
                  </a:cubicBezTo>
                  <a:cubicBezTo>
                    <a:pt x="104" y="410"/>
                    <a:pt x="277" y="697"/>
                    <a:pt x="436" y="933"/>
                  </a:cubicBezTo>
                  <a:cubicBezTo>
                    <a:pt x="571" y="1129"/>
                    <a:pt x="747" y="1366"/>
                    <a:pt x="997" y="1416"/>
                  </a:cubicBezTo>
                  <a:cubicBezTo>
                    <a:pt x="1011" y="1419"/>
                    <a:pt x="1025" y="1420"/>
                    <a:pt x="1039" y="1420"/>
                  </a:cubicBezTo>
                  <a:cubicBezTo>
                    <a:pt x="1190" y="1420"/>
                    <a:pt x="1262" y="1255"/>
                    <a:pt x="1126" y="1146"/>
                  </a:cubicBezTo>
                  <a:cubicBezTo>
                    <a:pt x="936" y="998"/>
                    <a:pt x="808" y="862"/>
                    <a:pt x="675" y="656"/>
                  </a:cubicBezTo>
                  <a:cubicBezTo>
                    <a:pt x="544" y="450"/>
                    <a:pt x="432" y="210"/>
                    <a:pt x="254" y="41"/>
                  </a:cubicBezTo>
                  <a:cubicBezTo>
                    <a:pt x="225" y="14"/>
                    <a:pt x="184" y="0"/>
                    <a:pt x="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2"/>
            <p:cNvSpPr/>
            <p:nvPr/>
          </p:nvSpPr>
          <p:spPr>
            <a:xfrm>
              <a:off x="1102721" y="2034636"/>
              <a:ext cx="14282" cy="47637"/>
            </a:xfrm>
            <a:custGeom>
              <a:avLst/>
              <a:gdLst/>
              <a:ahLst/>
              <a:cxnLst/>
              <a:rect l="l" t="t" r="r" b="b"/>
              <a:pathLst>
                <a:path w="447" h="1491" extrusionOk="0">
                  <a:moveTo>
                    <a:pt x="170" y="1"/>
                  </a:moveTo>
                  <a:cubicBezTo>
                    <a:pt x="140" y="1"/>
                    <a:pt x="113" y="18"/>
                    <a:pt x="102" y="63"/>
                  </a:cubicBezTo>
                  <a:cubicBezTo>
                    <a:pt x="38" y="327"/>
                    <a:pt x="55" y="610"/>
                    <a:pt x="48" y="880"/>
                  </a:cubicBezTo>
                  <a:cubicBezTo>
                    <a:pt x="44" y="1117"/>
                    <a:pt x="1" y="1289"/>
                    <a:pt x="177" y="1462"/>
                  </a:cubicBezTo>
                  <a:cubicBezTo>
                    <a:pt x="192" y="1478"/>
                    <a:pt x="209" y="1490"/>
                    <a:pt x="229" y="1490"/>
                  </a:cubicBezTo>
                  <a:cubicBezTo>
                    <a:pt x="239" y="1490"/>
                    <a:pt x="250" y="1487"/>
                    <a:pt x="261" y="1479"/>
                  </a:cubicBezTo>
                  <a:cubicBezTo>
                    <a:pt x="447" y="1350"/>
                    <a:pt x="383" y="1147"/>
                    <a:pt x="379" y="938"/>
                  </a:cubicBezTo>
                  <a:cubicBezTo>
                    <a:pt x="372" y="671"/>
                    <a:pt x="386" y="387"/>
                    <a:pt x="325" y="127"/>
                  </a:cubicBezTo>
                  <a:cubicBezTo>
                    <a:pt x="312" y="71"/>
                    <a:pt x="232" y="1"/>
                    <a:pt x="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2"/>
            <p:cNvSpPr/>
            <p:nvPr/>
          </p:nvSpPr>
          <p:spPr>
            <a:xfrm>
              <a:off x="950896" y="2001408"/>
              <a:ext cx="62271" cy="34059"/>
            </a:xfrm>
            <a:custGeom>
              <a:avLst/>
              <a:gdLst/>
              <a:ahLst/>
              <a:cxnLst/>
              <a:rect l="l" t="t" r="r" b="b"/>
              <a:pathLst>
                <a:path w="1949" h="1066" extrusionOk="0">
                  <a:moveTo>
                    <a:pt x="1663" y="1"/>
                  </a:moveTo>
                  <a:cubicBezTo>
                    <a:pt x="1399" y="1"/>
                    <a:pt x="1135" y="172"/>
                    <a:pt x="914" y="302"/>
                  </a:cubicBezTo>
                  <a:cubicBezTo>
                    <a:pt x="650" y="454"/>
                    <a:pt x="390" y="620"/>
                    <a:pt x="140" y="799"/>
                  </a:cubicBezTo>
                  <a:cubicBezTo>
                    <a:pt x="0" y="895"/>
                    <a:pt x="172" y="1066"/>
                    <a:pt x="318" y="1066"/>
                  </a:cubicBezTo>
                  <a:cubicBezTo>
                    <a:pt x="346" y="1066"/>
                    <a:pt x="373" y="1059"/>
                    <a:pt x="397" y="1045"/>
                  </a:cubicBezTo>
                  <a:cubicBezTo>
                    <a:pt x="846" y="775"/>
                    <a:pt x="1272" y="386"/>
                    <a:pt x="1792" y="258"/>
                  </a:cubicBezTo>
                  <a:cubicBezTo>
                    <a:pt x="1948" y="217"/>
                    <a:pt x="1772" y="1"/>
                    <a:pt x="1671" y="1"/>
                  </a:cubicBezTo>
                  <a:cubicBezTo>
                    <a:pt x="1668" y="1"/>
                    <a:pt x="1666" y="1"/>
                    <a:pt x="16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2"/>
            <p:cNvSpPr/>
            <p:nvPr/>
          </p:nvSpPr>
          <p:spPr>
            <a:xfrm>
              <a:off x="923483" y="1883030"/>
              <a:ext cx="68724" cy="14026"/>
            </a:xfrm>
            <a:custGeom>
              <a:avLst/>
              <a:gdLst/>
              <a:ahLst/>
              <a:cxnLst/>
              <a:rect l="l" t="t" r="r" b="b"/>
              <a:pathLst>
                <a:path w="2151" h="439" extrusionOk="0">
                  <a:moveTo>
                    <a:pt x="1755" y="1"/>
                  </a:moveTo>
                  <a:cubicBezTo>
                    <a:pt x="1237" y="1"/>
                    <a:pt x="718" y="108"/>
                    <a:pt x="200" y="124"/>
                  </a:cubicBezTo>
                  <a:cubicBezTo>
                    <a:pt x="1" y="128"/>
                    <a:pt x="99" y="398"/>
                    <a:pt x="247" y="415"/>
                  </a:cubicBezTo>
                  <a:cubicBezTo>
                    <a:pt x="376" y="432"/>
                    <a:pt x="505" y="439"/>
                    <a:pt x="635" y="439"/>
                  </a:cubicBezTo>
                  <a:cubicBezTo>
                    <a:pt x="1060" y="439"/>
                    <a:pt x="1491" y="365"/>
                    <a:pt x="1910" y="347"/>
                  </a:cubicBezTo>
                  <a:cubicBezTo>
                    <a:pt x="2150" y="334"/>
                    <a:pt x="2069" y="6"/>
                    <a:pt x="1863" y="3"/>
                  </a:cubicBezTo>
                  <a:cubicBezTo>
                    <a:pt x="1827" y="2"/>
                    <a:pt x="1791" y="1"/>
                    <a:pt x="17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2"/>
            <p:cNvSpPr/>
            <p:nvPr/>
          </p:nvSpPr>
          <p:spPr>
            <a:xfrm>
              <a:off x="918850" y="1768104"/>
              <a:ext cx="74507" cy="19170"/>
            </a:xfrm>
            <a:custGeom>
              <a:avLst/>
              <a:gdLst/>
              <a:ahLst/>
              <a:cxnLst/>
              <a:rect l="l" t="t" r="r" b="b"/>
              <a:pathLst>
                <a:path w="2332" h="600" extrusionOk="0">
                  <a:moveTo>
                    <a:pt x="475" y="1"/>
                  </a:moveTo>
                  <a:cubicBezTo>
                    <a:pt x="362" y="1"/>
                    <a:pt x="249" y="9"/>
                    <a:pt x="136" y="28"/>
                  </a:cubicBezTo>
                  <a:cubicBezTo>
                    <a:pt x="1" y="51"/>
                    <a:pt x="126" y="267"/>
                    <a:pt x="224" y="271"/>
                  </a:cubicBezTo>
                  <a:cubicBezTo>
                    <a:pt x="866" y="301"/>
                    <a:pt x="1454" y="480"/>
                    <a:pt x="2083" y="596"/>
                  </a:cubicBezTo>
                  <a:cubicBezTo>
                    <a:pt x="2098" y="598"/>
                    <a:pt x="2113" y="600"/>
                    <a:pt x="2127" y="600"/>
                  </a:cubicBezTo>
                  <a:cubicBezTo>
                    <a:pt x="2327" y="600"/>
                    <a:pt x="2332" y="325"/>
                    <a:pt x="2123" y="287"/>
                  </a:cubicBezTo>
                  <a:cubicBezTo>
                    <a:pt x="1587" y="198"/>
                    <a:pt x="1030" y="1"/>
                    <a:pt x="4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
            <p:cNvSpPr/>
            <p:nvPr/>
          </p:nvSpPr>
          <p:spPr>
            <a:xfrm>
              <a:off x="1011505" y="1660877"/>
              <a:ext cx="34921" cy="38691"/>
            </a:xfrm>
            <a:custGeom>
              <a:avLst/>
              <a:gdLst/>
              <a:ahLst/>
              <a:cxnLst/>
              <a:rect l="l" t="t" r="r" b="b"/>
              <a:pathLst>
                <a:path w="1093" h="1211" extrusionOk="0">
                  <a:moveTo>
                    <a:pt x="137" y="1"/>
                  </a:moveTo>
                  <a:cubicBezTo>
                    <a:pt x="131" y="1"/>
                    <a:pt x="125" y="2"/>
                    <a:pt x="118" y="4"/>
                  </a:cubicBezTo>
                  <a:cubicBezTo>
                    <a:pt x="98" y="11"/>
                    <a:pt x="78" y="18"/>
                    <a:pt x="58" y="25"/>
                  </a:cubicBezTo>
                  <a:cubicBezTo>
                    <a:pt x="17" y="42"/>
                    <a:pt x="0" y="99"/>
                    <a:pt x="11" y="136"/>
                  </a:cubicBezTo>
                  <a:cubicBezTo>
                    <a:pt x="108" y="531"/>
                    <a:pt x="470" y="772"/>
                    <a:pt x="672" y="1106"/>
                  </a:cubicBezTo>
                  <a:cubicBezTo>
                    <a:pt x="714" y="1177"/>
                    <a:pt x="803" y="1210"/>
                    <a:pt x="882" y="1210"/>
                  </a:cubicBezTo>
                  <a:cubicBezTo>
                    <a:pt x="996" y="1210"/>
                    <a:pt x="1093" y="1143"/>
                    <a:pt x="1017" y="1025"/>
                  </a:cubicBezTo>
                  <a:cubicBezTo>
                    <a:pt x="882" y="812"/>
                    <a:pt x="706" y="639"/>
                    <a:pt x="538" y="457"/>
                  </a:cubicBezTo>
                  <a:cubicBezTo>
                    <a:pt x="460" y="372"/>
                    <a:pt x="379" y="288"/>
                    <a:pt x="315" y="193"/>
                  </a:cubicBezTo>
                  <a:cubicBezTo>
                    <a:pt x="286" y="153"/>
                    <a:pt x="210" y="1"/>
                    <a:pt x="1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0" name="Google Shape;90;p2"/>
          <p:cNvSpPr/>
          <p:nvPr/>
        </p:nvSpPr>
        <p:spPr>
          <a:xfrm rot="4884482">
            <a:off x="268424" y="963544"/>
            <a:ext cx="308207" cy="434310"/>
          </a:xfrm>
          <a:custGeom>
            <a:avLst/>
            <a:gdLst/>
            <a:ahLst/>
            <a:cxnLst/>
            <a:rect l="l" t="t" r="r" b="b"/>
            <a:pathLst>
              <a:path w="12328" h="17372" extrusionOk="0">
                <a:moveTo>
                  <a:pt x="5742" y="2940"/>
                </a:moveTo>
                <a:cubicBezTo>
                  <a:pt x="5997" y="2940"/>
                  <a:pt x="6250" y="3004"/>
                  <a:pt x="6482" y="3157"/>
                </a:cubicBezTo>
                <a:cubicBezTo>
                  <a:pt x="7063" y="3539"/>
                  <a:pt x="6932" y="4471"/>
                  <a:pt x="6556" y="4913"/>
                </a:cubicBezTo>
                <a:cubicBezTo>
                  <a:pt x="6232" y="5292"/>
                  <a:pt x="5799" y="5397"/>
                  <a:pt x="5316" y="5451"/>
                </a:cubicBezTo>
                <a:cubicBezTo>
                  <a:pt x="5120" y="5472"/>
                  <a:pt x="4910" y="5484"/>
                  <a:pt x="4692" y="5484"/>
                </a:cubicBezTo>
                <a:cubicBezTo>
                  <a:pt x="4217" y="5484"/>
                  <a:pt x="3707" y="5429"/>
                  <a:pt x="3224" y="5299"/>
                </a:cubicBezTo>
                <a:cubicBezTo>
                  <a:pt x="3410" y="4718"/>
                  <a:pt x="3711" y="4170"/>
                  <a:pt x="4087" y="3758"/>
                </a:cubicBezTo>
                <a:cubicBezTo>
                  <a:pt x="4479" y="3324"/>
                  <a:pt x="5119" y="2940"/>
                  <a:pt x="5742" y="2940"/>
                </a:cubicBezTo>
                <a:close/>
                <a:moveTo>
                  <a:pt x="7664" y="7412"/>
                </a:moveTo>
                <a:cubicBezTo>
                  <a:pt x="7913" y="7412"/>
                  <a:pt x="8149" y="7469"/>
                  <a:pt x="8340" y="7610"/>
                </a:cubicBezTo>
                <a:cubicBezTo>
                  <a:pt x="9486" y="8445"/>
                  <a:pt x="7435" y="9196"/>
                  <a:pt x="6908" y="9303"/>
                </a:cubicBezTo>
                <a:cubicBezTo>
                  <a:pt x="6667" y="9353"/>
                  <a:pt x="6420" y="9378"/>
                  <a:pt x="6173" y="9378"/>
                </a:cubicBezTo>
                <a:cubicBezTo>
                  <a:pt x="5802" y="9378"/>
                  <a:pt x="5432" y="9323"/>
                  <a:pt x="5083" y="9216"/>
                </a:cubicBezTo>
                <a:cubicBezTo>
                  <a:pt x="5330" y="8722"/>
                  <a:pt x="5681" y="8290"/>
                  <a:pt x="6114" y="7969"/>
                </a:cubicBezTo>
                <a:cubicBezTo>
                  <a:pt x="6481" y="7698"/>
                  <a:pt x="7107" y="7412"/>
                  <a:pt x="7664" y="7412"/>
                </a:cubicBezTo>
                <a:close/>
                <a:moveTo>
                  <a:pt x="9856" y="12545"/>
                </a:moveTo>
                <a:cubicBezTo>
                  <a:pt x="10328" y="12545"/>
                  <a:pt x="10821" y="12857"/>
                  <a:pt x="10639" y="13385"/>
                </a:cubicBezTo>
                <a:cubicBezTo>
                  <a:pt x="10384" y="14119"/>
                  <a:pt x="9300" y="14413"/>
                  <a:pt x="8598" y="14413"/>
                </a:cubicBezTo>
                <a:cubicBezTo>
                  <a:pt x="8582" y="14413"/>
                  <a:pt x="8566" y="14413"/>
                  <a:pt x="8550" y="14413"/>
                </a:cubicBezTo>
                <a:cubicBezTo>
                  <a:pt x="8527" y="14410"/>
                  <a:pt x="8503" y="14406"/>
                  <a:pt x="8479" y="14406"/>
                </a:cubicBezTo>
                <a:cubicBezTo>
                  <a:pt x="8510" y="14098"/>
                  <a:pt x="8588" y="13798"/>
                  <a:pt x="8713" y="13524"/>
                </a:cubicBezTo>
                <a:cubicBezTo>
                  <a:pt x="8872" y="13183"/>
                  <a:pt x="9098" y="12825"/>
                  <a:pt x="9435" y="12642"/>
                </a:cubicBezTo>
                <a:cubicBezTo>
                  <a:pt x="9558" y="12576"/>
                  <a:pt x="9706" y="12545"/>
                  <a:pt x="9856" y="12545"/>
                </a:cubicBezTo>
                <a:close/>
                <a:moveTo>
                  <a:pt x="3125" y="0"/>
                </a:moveTo>
                <a:cubicBezTo>
                  <a:pt x="3124" y="0"/>
                  <a:pt x="3122" y="0"/>
                  <a:pt x="3120" y="0"/>
                </a:cubicBezTo>
                <a:cubicBezTo>
                  <a:pt x="1109" y="44"/>
                  <a:pt x="1" y="3068"/>
                  <a:pt x="1214" y="4542"/>
                </a:cubicBezTo>
                <a:cubicBezTo>
                  <a:pt x="1548" y="4947"/>
                  <a:pt x="2065" y="5286"/>
                  <a:pt x="2663" y="5529"/>
                </a:cubicBezTo>
                <a:cubicBezTo>
                  <a:pt x="2460" y="6465"/>
                  <a:pt x="2562" y="7452"/>
                  <a:pt x="3048" y="8205"/>
                </a:cubicBezTo>
                <a:cubicBezTo>
                  <a:pt x="3410" y="8763"/>
                  <a:pt x="3931" y="9171"/>
                  <a:pt x="4522" y="9435"/>
                </a:cubicBezTo>
                <a:cubicBezTo>
                  <a:pt x="4174" y="10388"/>
                  <a:pt x="4181" y="11466"/>
                  <a:pt x="4667" y="12362"/>
                </a:cubicBezTo>
                <a:cubicBezTo>
                  <a:pt x="5313" y="13541"/>
                  <a:pt x="6648" y="14484"/>
                  <a:pt x="8033" y="14711"/>
                </a:cubicBezTo>
                <a:cubicBezTo>
                  <a:pt x="8044" y="15308"/>
                  <a:pt x="8219" y="15900"/>
                  <a:pt x="8571" y="16366"/>
                </a:cubicBezTo>
                <a:cubicBezTo>
                  <a:pt x="9169" y="17154"/>
                  <a:pt x="9912" y="17371"/>
                  <a:pt x="10723" y="17371"/>
                </a:cubicBezTo>
                <a:cubicBezTo>
                  <a:pt x="11171" y="17371"/>
                  <a:pt x="11641" y="17305"/>
                  <a:pt x="12119" y="17231"/>
                </a:cubicBezTo>
                <a:cubicBezTo>
                  <a:pt x="12327" y="17198"/>
                  <a:pt x="12212" y="16933"/>
                  <a:pt x="12048" y="16933"/>
                </a:cubicBezTo>
                <a:cubicBezTo>
                  <a:pt x="12042" y="16933"/>
                  <a:pt x="12037" y="16933"/>
                  <a:pt x="12031" y="16934"/>
                </a:cubicBezTo>
                <a:cubicBezTo>
                  <a:pt x="11605" y="16980"/>
                  <a:pt x="11179" y="17044"/>
                  <a:pt x="10767" y="17044"/>
                </a:cubicBezTo>
                <a:cubicBezTo>
                  <a:pt x="10208" y="17044"/>
                  <a:pt x="9673" y="16926"/>
                  <a:pt x="9192" y="16484"/>
                </a:cubicBezTo>
                <a:cubicBezTo>
                  <a:pt x="8709" y="16038"/>
                  <a:pt x="8479" y="15403"/>
                  <a:pt x="8466" y="14758"/>
                </a:cubicBezTo>
                <a:lnTo>
                  <a:pt x="8466" y="14758"/>
                </a:lnTo>
                <a:cubicBezTo>
                  <a:pt x="8530" y="14761"/>
                  <a:pt x="8594" y="14763"/>
                  <a:pt x="8657" y="14763"/>
                </a:cubicBezTo>
                <a:cubicBezTo>
                  <a:pt x="9096" y="14763"/>
                  <a:pt x="9533" y="14681"/>
                  <a:pt x="9946" y="14508"/>
                </a:cubicBezTo>
                <a:cubicBezTo>
                  <a:pt x="10709" y="14179"/>
                  <a:pt x="11609" y="13193"/>
                  <a:pt x="10798" y="12389"/>
                </a:cubicBezTo>
                <a:cubicBezTo>
                  <a:pt x="10587" y="12181"/>
                  <a:pt x="10329" y="12096"/>
                  <a:pt x="10062" y="12096"/>
                </a:cubicBezTo>
                <a:cubicBezTo>
                  <a:pt x="9560" y="12096"/>
                  <a:pt x="9024" y="12395"/>
                  <a:pt x="8709" y="12744"/>
                </a:cubicBezTo>
                <a:cubicBezTo>
                  <a:pt x="8317" y="13179"/>
                  <a:pt x="8101" y="13761"/>
                  <a:pt x="8044" y="14359"/>
                </a:cubicBezTo>
                <a:cubicBezTo>
                  <a:pt x="6682" y="14115"/>
                  <a:pt x="5276" y="13068"/>
                  <a:pt x="4843" y="11787"/>
                </a:cubicBezTo>
                <a:cubicBezTo>
                  <a:pt x="4606" y="11077"/>
                  <a:pt x="4661" y="10297"/>
                  <a:pt x="4924" y="9587"/>
                </a:cubicBezTo>
                <a:cubicBezTo>
                  <a:pt x="5343" y="9722"/>
                  <a:pt x="5787" y="9790"/>
                  <a:pt x="6230" y="9790"/>
                </a:cubicBezTo>
                <a:cubicBezTo>
                  <a:pt x="6986" y="9790"/>
                  <a:pt x="7742" y="9592"/>
                  <a:pt x="8368" y="9192"/>
                </a:cubicBezTo>
                <a:cubicBezTo>
                  <a:pt x="8925" y="8837"/>
                  <a:pt x="9422" y="8093"/>
                  <a:pt x="8864" y="7516"/>
                </a:cubicBezTo>
                <a:cubicBezTo>
                  <a:pt x="8554" y="7194"/>
                  <a:pt x="8083" y="7074"/>
                  <a:pt x="7614" y="7074"/>
                </a:cubicBezTo>
                <a:cubicBezTo>
                  <a:pt x="7291" y="7074"/>
                  <a:pt x="6968" y="7132"/>
                  <a:pt x="6702" y="7218"/>
                </a:cubicBezTo>
                <a:cubicBezTo>
                  <a:pt x="5793" y="7516"/>
                  <a:pt x="5090" y="8215"/>
                  <a:pt x="4681" y="9060"/>
                </a:cubicBezTo>
                <a:cubicBezTo>
                  <a:pt x="3968" y="8736"/>
                  <a:pt x="3387" y="8162"/>
                  <a:pt x="3140" y="7343"/>
                </a:cubicBezTo>
                <a:cubicBezTo>
                  <a:pt x="2984" y="6827"/>
                  <a:pt x="2998" y="6252"/>
                  <a:pt x="3120" y="5688"/>
                </a:cubicBezTo>
                <a:lnTo>
                  <a:pt x="3120" y="5688"/>
                </a:lnTo>
                <a:cubicBezTo>
                  <a:pt x="3656" y="5854"/>
                  <a:pt x="4232" y="5945"/>
                  <a:pt x="4783" y="5945"/>
                </a:cubicBezTo>
                <a:cubicBezTo>
                  <a:pt x="5500" y="5945"/>
                  <a:pt x="6175" y="5790"/>
                  <a:pt x="6668" y="5441"/>
                </a:cubicBezTo>
                <a:cubicBezTo>
                  <a:pt x="7334" y="4971"/>
                  <a:pt x="7563" y="3960"/>
                  <a:pt x="7117" y="3258"/>
                </a:cubicBezTo>
                <a:cubicBezTo>
                  <a:pt x="6806" y="2773"/>
                  <a:pt x="6259" y="2575"/>
                  <a:pt x="5699" y="2575"/>
                </a:cubicBezTo>
                <a:cubicBezTo>
                  <a:pt x="5335" y="2575"/>
                  <a:pt x="4966" y="2659"/>
                  <a:pt x="4654" y="2801"/>
                </a:cubicBezTo>
                <a:cubicBezTo>
                  <a:pt x="3745" y="3218"/>
                  <a:pt x="3076" y="4130"/>
                  <a:pt x="2761" y="5150"/>
                </a:cubicBezTo>
                <a:cubicBezTo>
                  <a:pt x="2170" y="4917"/>
                  <a:pt x="1660" y="4548"/>
                  <a:pt x="1370" y="4005"/>
                </a:cubicBezTo>
                <a:cubicBezTo>
                  <a:pt x="704" y="2758"/>
                  <a:pt x="1674" y="376"/>
                  <a:pt x="3207" y="295"/>
                </a:cubicBezTo>
                <a:cubicBezTo>
                  <a:pt x="3422" y="284"/>
                  <a:pt x="3291" y="0"/>
                  <a:pt x="31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2"/>
          <p:cNvSpPr/>
          <p:nvPr/>
        </p:nvSpPr>
        <p:spPr>
          <a:xfrm>
            <a:off x="830010" y="4237485"/>
            <a:ext cx="267320" cy="241825"/>
          </a:xfrm>
          <a:custGeom>
            <a:avLst/>
            <a:gdLst/>
            <a:ahLst/>
            <a:cxnLst/>
            <a:rect l="l" t="t" r="r" b="b"/>
            <a:pathLst>
              <a:path w="6134" h="5549" extrusionOk="0">
                <a:moveTo>
                  <a:pt x="4706" y="0"/>
                </a:moveTo>
                <a:cubicBezTo>
                  <a:pt x="4450" y="0"/>
                  <a:pt x="4175" y="126"/>
                  <a:pt x="3954" y="286"/>
                </a:cubicBezTo>
                <a:cubicBezTo>
                  <a:pt x="3480" y="625"/>
                  <a:pt x="3307" y="1238"/>
                  <a:pt x="3222" y="1799"/>
                </a:cubicBezTo>
                <a:lnTo>
                  <a:pt x="3222" y="1799"/>
                </a:lnTo>
                <a:cubicBezTo>
                  <a:pt x="3245" y="1594"/>
                  <a:pt x="2891" y="952"/>
                  <a:pt x="2798" y="765"/>
                </a:cubicBezTo>
                <a:cubicBezTo>
                  <a:pt x="2660" y="485"/>
                  <a:pt x="2454" y="296"/>
                  <a:pt x="2159" y="150"/>
                </a:cubicBezTo>
                <a:cubicBezTo>
                  <a:pt x="1994" y="67"/>
                  <a:pt x="1803" y="12"/>
                  <a:pt x="1619" y="12"/>
                </a:cubicBezTo>
                <a:cubicBezTo>
                  <a:pt x="1468" y="12"/>
                  <a:pt x="1323" y="49"/>
                  <a:pt x="1200" y="137"/>
                </a:cubicBezTo>
                <a:cubicBezTo>
                  <a:pt x="970" y="303"/>
                  <a:pt x="885" y="610"/>
                  <a:pt x="899" y="894"/>
                </a:cubicBezTo>
                <a:cubicBezTo>
                  <a:pt x="929" y="1495"/>
                  <a:pt x="1386" y="2050"/>
                  <a:pt x="1970" y="2195"/>
                </a:cubicBezTo>
                <a:cubicBezTo>
                  <a:pt x="1362" y="2215"/>
                  <a:pt x="787" y="2330"/>
                  <a:pt x="321" y="2722"/>
                </a:cubicBezTo>
                <a:cubicBezTo>
                  <a:pt x="227" y="2803"/>
                  <a:pt x="88" y="2986"/>
                  <a:pt x="61" y="3117"/>
                </a:cubicBezTo>
                <a:cubicBezTo>
                  <a:pt x="0" y="3385"/>
                  <a:pt x="61" y="3678"/>
                  <a:pt x="274" y="3854"/>
                </a:cubicBezTo>
                <a:cubicBezTo>
                  <a:pt x="487" y="4026"/>
                  <a:pt x="774" y="4084"/>
                  <a:pt x="1047" y="4090"/>
                </a:cubicBezTo>
                <a:cubicBezTo>
                  <a:pt x="1069" y="4091"/>
                  <a:pt x="1090" y="4091"/>
                  <a:pt x="1111" y="4091"/>
                </a:cubicBezTo>
                <a:cubicBezTo>
                  <a:pt x="1347" y="4091"/>
                  <a:pt x="1582" y="4054"/>
                  <a:pt x="1808" y="3986"/>
                </a:cubicBezTo>
                <a:cubicBezTo>
                  <a:pt x="2044" y="3915"/>
                  <a:pt x="2247" y="3763"/>
                  <a:pt x="2470" y="3689"/>
                </a:cubicBezTo>
                <a:lnTo>
                  <a:pt x="2470" y="3689"/>
                </a:lnTo>
                <a:cubicBezTo>
                  <a:pt x="2359" y="3982"/>
                  <a:pt x="2267" y="4263"/>
                  <a:pt x="2257" y="4581"/>
                </a:cubicBezTo>
                <a:cubicBezTo>
                  <a:pt x="2251" y="4851"/>
                  <a:pt x="2339" y="5138"/>
                  <a:pt x="2545" y="5324"/>
                </a:cubicBezTo>
                <a:cubicBezTo>
                  <a:pt x="2713" y="5474"/>
                  <a:pt x="2935" y="5548"/>
                  <a:pt x="3156" y="5548"/>
                </a:cubicBezTo>
                <a:cubicBezTo>
                  <a:pt x="3259" y="5548"/>
                  <a:pt x="3362" y="5532"/>
                  <a:pt x="3460" y="5500"/>
                </a:cubicBezTo>
                <a:cubicBezTo>
                  <a:pt x="3562" y="5466"/>
                  <a:pt x="3663" y="5416"/>
                  <a:pt x="3747" y="5351"/>
                </a:cubicBezTo>
                <a:cubicBezTo>
                  <a:pt x="3950" y="5193"/>
                  <a:pt x="4068" y="4939"/>
                  <a:pt x="4099" y="4686"/>
                </a:cubicBezTo>
                <a:cubicBezTo>
                  <a:pt x="4126" y="4469"/>
                  <a:pt x="4092" y="4253"/>
                  <a:pt x="4031" y="4047"/>
                </a:cubicBezTo>
                <a:cubicBezTo>
                  <a:pt x="3974" y="3861"/>
                  <a:pt x="3923" y="3685"/>
                  <a:pt x="3822" y="3510"/>
                </a:cubicBezTo>
                <a:lnTo>
                  <a:pt x="3822" y="3510"/>
                </a:lnTo>
                <a:cubicBezTo>
                  <a:pt x="4221" y="3763"/>
                  <a:pt x="4508" y="4104"/>
                  <a:pt x="5008" y="4141"/>
                </a:cubicBezTo>
                <a:cubicBezTo>
                  <a:pt x="5038" y="4144"/>
                  <a:pt x="5068" y="4145"/>
                  <a:pt x="5098" y="4145"/>
                </a:cubicBezTo>
                <a:cubicBezTo>
                  <a:pt x="5465" y="4145"/>
                  <a:pt x="5814" y="3974"/>
                  <a:pt x="5961" y="3617"/>
                </a:cubicBezTo>
                <a:cubicBezTo>
                  <a:pt x="6133" y="3202"/>
                  <a:pt x="5931" y="2671"/>
                  <a:pt x="5525" y="2479"/>
                </a:cubicBezTo>
                <a:cubicBezTo>
                  <a:pt x="5383" y="2415"/>
                  <a:pt x="5227" y="2384"/>
                  <a:pt x="5073" y="2357"/>
                </a:cubicBezTo>
                <a:cubicBezTo>
                  <a:pt x="4903" y="2326"/>
                  <a:pt x="4731" y="2296"/>
                  <a:pt x="4562" y="2266"/>
                </a:cubicBezTo>
                <a:cubicBezTo>
                  <a:pt x="5029" y="1995"/>
                  <a:pt x="5349" y="1492"/>
                  <a:pt x="5400" y="955"/>
                </a:cubicBezTo>
                <a:cubicBezTo>
                  <a:pt x="5417" y="755"/>
                  <a:pt x="5397" y="546"/>
                  <a:pt x="5299" y="370"/>
                </a:cubicBezTo>
                <a:cubicBezTo>
                  <a:pt x="5152" y="101"/>
                  <a:pt x="4936" y="0"/>
                  <a:pt x="47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2"/>
          <p:cNvSpPr/>
          <p:nvPr/>
        </p:nvSpPr>
        <p:spPr>
          <a:xfrm>
            <a:off x="297475" y="2875325"/>
            <a:ext cx="250092" cy="181358"/>
          </a:xfrm>
          <a:custGeom>
            <a:avLst/>
            <a:gdLst/>
            <a:ahLst/>
            <a:cxnLst/>
            <a:rect l="l" t="t" r="r" b="b"/>
            <a:pathLst>
              <a:path w="7168" h="5198" extrusionOk="0">
                <a:moveTo>
                  <a:pt x="5467" y="1"/>
                </a:moveTo>
                <a:cubicBezTo>
                  <a:pt x="4475" y="1"/>
                  <a:pt x="3844" y="1080"/>
                  <a:pt x="3880" y="2028"/>
                </a:cubicBezTo>
                <a:cubicBezTo>
                  <a:pt x="3880" y="2028"/>
                  <a:pt x="2956" y="1084"/>
                  <a:pt x="2052" y="1084"/>
                </a:cubicBezTo>
                <a:cubicBezTo>
                  <a:pt x="1687" y="1084"/>
                  <a:pt x="1324" y="1239"/>
                  <a:pt x="1027" y="1673"/>
                </a:cubicBezTo>
                <a:cubicBezTo>
                  <a:pt x="0" y="3177"/>
                  <a:pt x="1781" y="4285"/>
                  <a:pt x="2889" y="4684"/>
                </a:cubicBezTo>
                <a:cubicBezTo>
                  <a:pt x="3998" y="5079"/>
                  <a:pt x="4988" y="5198"/>
                  <a:pt x="4988" y="5198"/>
                </a:cubicBezTo>
                <a:cubicBezTo>
                  <a:pt x="4988" y="5198"/>
                  <a:pt x="6110" y="3941"/>
                  <a:pt x="6708" y="2423"/>
                </a:cubicBezTo>
                <a:cubicBezTo>
                  <a:pt x="7168" y="1258"/>
                  <a:pt x="6843" y="129"/>
                  <a:pt x="5600" y="7"/>
                </a:cubicBezTo>
                <a:cubicBezTo>
                  <a:pt x="5555" y="3"/>
                  <a:pt x="5511" y="1"/>
                  <a:pt x="54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 name="Google Shape;93;p2"/>
          <p:cNvSpPr/>
          <p:nvPr/>
        </p:nvSpPr>
        <p:spPr>
          <a:xfrm rot="10800000">
            <a:off x="8665675" y="3393663"/>
            <a:ext cx="478330" cy="735822"/>
          </a:xfrm>
          <a:custGeom>
            <a:avLst/>
            <a:gdLst/>
            <a:ahLst/>
            <a:cxnLst/>
            <a:rect l="l" t="t" r="r" b="b"/>
            <a:pathLst>
              <a:path w="8313" h="12788" extrusionOk="0">
                <a:moveTo>
                  <a:pt x="278" y="0"/>
                </a:moveTo>
                <a:cubicBezTo>
                  <a:pt x="186" y="0"/>
                  <a:pt x="93" y="3"/>
                  <a:pt x="0" y="10"/>
                </a:cubicBezTo>
                <a:lnTo>
                  <a:pt x="0" y="12773"/>
                </a:lnTo>
                <a:cubicBezTo>
                  <a:pt x="108" y="12782"/>
                  <a:pt x="218" y="12787"/>
                  <a:pt x="329" y="12787"/>
                </a:cubicBezTo>
                <a:cubicBezTo>
                  <a:pt x="630" y="12787"/>
                  <a:pt x="944" y="12751"/>
                  <a:pt x="1274" y="12662"/>
                </a:cubicBezTo>
                <a:cubicBezTo>
                  <a:pt x="4124" y="11881"/>
                  <a:pt x="3640" y="8941"/>
                  <a:pt x="3640" y="8941"/>
                </a:cubicBezTo>
                <a:lnTo>
                  <a:pt x="3640" y="8941"/>
                </a:lnTo>
                <a:cubicBezTo>
                  <a:pt x="3640" y="8941"/>
                  <a:pt x="3724" y="8946"/>
                  <a:pt x="3869" y="8946"/>
                </a:cubicBezTo>
                <a:cubicBezTo>
                  <a:pt x="4761" y="8946"/>
                  <a:pt x="7963" y="8756"/>
                  <a:pt x="8158" y="6035"/>
                </a:cubicBezTo>
                <a:cubicBezTo>
                  <a:pt x="8313" y="3883"/>
                  <a:pt x="6209" y="3539"/>
                  <a:pt x="4852" y="3539"/>
                </a:cubicBezTo>
                <a:cubicBezTo>
                  <a:pt x="4217" y="3539"/>
                  <a:pt x="3745" y="3615"/>
                  <a:pt x="3745" y="3615"/>
                </a:cubicBezTo>
                <a:cubicBezTo>
                  <a:pt x="3745" y="3615"/>
                  <a:pt x="3927" y="1006"/>
                  <a:pt x="1410" y="175"/>
                </a:cubicBezTo>
                <a:cubicBezTo>
                  <a:pt x="1064" y="60"/>
                  <a:pt x="678"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4" name="Google Shape;94;p2"/>
          <p:cNvGrpSpPr/>
          <p:nvPr/>
        </p:nvGrpSpPr>
        <p:grpSpPr>
          <a:xfrm>
            <a:off x="1517975" y="4132611"/>
            <a:ext cx="698732" cy="933635"/>
            <a:chOff x="1517975" y="4132611"/>
            <a:chExt cx="698732" cy="933635"/>
          </a:xfrm>
        </p:grpSpPr>
        <p:sp>
          <p:nvSpPr>
            <p:cNvPr id="95" name="Google Shape;95;p2"/>
            <p:cNvSpPr/>
            <p:nvPr/>
          </p:nvSpPr>
          <p:spPr>
            <a:xfrm>
              <a:off x="1598013" y="4490272"/>
              <a:ext cx="137847" cy="138040"/>
            </a:xfrm>
            <a:custGeom>
              <a:avLst/>
              <a:gdLst/>
              <a:ahLst/>
              <a:cxnLst/>
              <a:rect l="l" t="t" r="r" b="b"/>
              <a:pathLst>
                <a:path w="2859" h="2863" extrusionOk="0">
                  <a:moveTo>
                    <a:pt x="1429" y="0"/>
                  </a:moveTo>
                  <a:cubicBezTo>
                    <a:pt x="638" y="0"/>
                    <a:pt x="0" y="642"/>
                    <a:pt x="0" y="1429"/>
                  </a:cubicBezTo>
                  <a:cubicBezTo>
                    <a:pt x="0" y="2220"/>
                    <a:pt x="638" y="2862"/>
                    <a:pt x="1429" y="2862"/>
                  </a:cubicBezTo>
                  <a:cubicBezTo>
                    <a:pt x="2220" y="2862"/>
                    <a:pt x="2859" y="2220"/>
                    <a:pt x="2859" y="1429"/>
                  </a:cubicBezTo>
                  <a:cubicBezTo>
                    <a:pt x="2859" y="642"/>
                    <a:pt x="2220" y="0"/>
                    <a:pt x="142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2"/>
            <p:cNvSpPr/>
            <p:nvPr/>
          </p:nvSpPr>
          <p:spPr>
            <a:xfrm>
              <a:off x="1932629" y="4188492"/>
              <a:ext cx="106796" cy="106748"/>
            </a:xfrm>
            <a:custGeom>
              <a:avLst/>
              <a:gdLst/>
              <a:ahLst/>
              <a:cxnLst/>
              <a:rect l="l" t="t" r="r" b="b"/>
              <a:pathLst>
                <a:path w="2215" h="2214" extrusionOk="0">
                  <a:moveTo>
                    <a:pt x="1106" y="0"/>
                  </a:moveTo>
                  <a:cubicBezTo>
                    <a:pt x="495" y="0"/>
                    <a:pt x="1" y="494"/>
                    <a:pt x="1" y="1106"/>
                  </a:cubicBezTo>
                  <a:cubicBezTo>
                    <a:pt x="1" y="1717"/>
                    <a:pt x="495" y="2214"/>
                    <a:pt x="1106" y="2214"/>
                  </a:cubicBezTo>
                  <a:cubicBezTo>
                    <a:pt x="1718" y="2214"/>
                    <a:pt x="2214" y="1717"/>
                    <a:pt x="2214" y="1106"/>
                  </a:cubicBezTo>
                  <a:cubicBezTo>
                    <a:pt x="2214" y="494"/>
                    <a:pt x="1718" y="0"/>
                    <a:pt x="110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2"/>
            <p:cNvSpPr/>
            <p:nvPr/>
          </p:nvSpPr>
          <p:spPr>
            <a:xfrm>
              <a:off x="1539335" y="4751068"/>
              <a:ext cx="151250" cy="63885"/>
            </a:xfrm>
            <a:custGeom>
              <a:avLst/>
              <a:gdLst/>
              <a:ahLst/>
              <a:cxnLst/>
              <a:rect l="l" t="t" r="r" b="b"/>
              <a:pathLst>
                <a:path w="3137" h="1325" extrusionOk="0">
                  <a:moveTo>
                    <a:pt x="1252" y="0"/>
                  </a:moveTo>
                  <a:cubicBezTo>
                    <a:pt x="1197" y="0"/>
                    <a:pt x="1141" y="4"/>
                    <a:pt x="1085" y="11"/>
                  </a:cubicBezTo>
                  <a:cubicBezTo>
                    <a:pt x="1" y="156"/>
                    <a:pt x="400" y="992"/>
                    <a:pt x="1524" y="1228"/>
                  </a:cubicBezTo>
                  <a:cubicBezTo>
                    <a:pt x="1869" y="1299"/>
                    <a:pt x="2154" y="1324"/>
                    <a:pt x="2383" y="1324"/>
                  </a:cubicBezTo>
                  <a:cubicBezTo>
                    <a:pt x="2901" y="1324"/>
                    <a:pt x="3137" y="1198"/>
                    <a:pt x="3137" y="1198"/>
                  </a:cubicBezTo>
                  <a:cubicBezTo>
                    <a:pt x="3137" y="1198"/>
                    <a:pt x="2267" y="0"/>
                    <a:pt x="125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2"/>
            <p:cNvSpPr/>
            <p:nvPr/>
          </p:nvSpPr>
          <p:spPr>
            <a:xfrm>
              <a:off x="1829882" y="4540367"/>
              <a:ext cx="125455" cy="87848"/>
            </a:xfrm>
            <a:custGeom>
              <a:avLst/>
              <a:gdLst/>
              <a:ahLst/>
              <a:cxnLst/>
              <a:rect l="l" t="t" r="r" b="b"/>
              <a:pathLst>
                <a:path w="2602" h="1822" extrusionOk="0">
                  <a:moveTo>
                    <a:pt x="755" y="1"/>
                  </a:moveTo>
                  <a:cubicBezTo>
                    <a:pt x="0" y="1"/>
                    <a:pt x="177" y="798"/>
                    <a:pt x="1068" y="1323"/>
                  </a:cubicBezTo>
                  <a:cubicBezTo>
                    <a:pt x="1820" y="1769"/>
                    <a:pt x="2317" y="1822"/>
                    <a:pt x="2511" y="1822"/>
                  </a:cubicBezTo>
                  <a:cubicBezTo>
                    <a:pt x="2571" y="1822"/>
                    <a:pt x="2601" y="1817"/>
                    <a:pt x="2601" y="1817"/>
                  </a:cubicBezTo>
                  <a:cubicBezTo>
                    <a:pt x="2601" y="1817"/>
                    <a:pt x="2119" y="242"/>
                    <a:pt x="1044" y="32"/>
                  </a:cubicBezTo>
                  <a:cubicBezTo>
                    <a:pt x="936" y="11"/>
                    <a:pt x="840" y="1"/>
                    <a:pt x="755"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2"/>
            <p:cNvSpPr/>
            <p:nvPr/>
          </p:nvSpPr>
          <p:spPr>
            <a:xfrm>
              <a:off x="1742853" y="4814857"/>
              <a:ext cx="125841" cy="87462"/>
            </a:xfrm>
            <a:custGeom>
              <a:avLst/>
              <a:gdLst/>
              <a:ahLst/>
              <a:cxnLst/>
              <a:rect l="l" t="t" r="r" b="b"/>
              <a:pathLst>
                <a:path w="2610" h="1814" extrusionOk="0">
                  <a:moveTo>
                    <a:pt x="1846" y="0"/>
                  </a:moveTo>
                  <a:cubicBezTo>
                    <a:pt x="1763" y="0"/>
                    <a:pt x="1670" y="10"/>
                    <a:pt x="1565" y="30"/>
                  </a:cubicBezTo>
                  <a:cubicBezTo>
                    <a:pt x="490" y="236"/>
                    <a:pt x="0" y="1807"/>
                    <a:pt x="0" y="1807"/>
                  </a:cubicBezTo>
                  <a:cubicBezTo>
                    <a:pt x="0" y="1807"/>
                    <a:pt x="34" y="1813"/>
                    <a:pt x="99" y="1813"/>
                  </a:cubicBezTo>
                  <a:cubicBezTo>
                    <a:pt x="297" y="1813"/>
                    <a:pt x="791" y="1759"/>
                    <a:pt x="1535" y="1324"/>
                  </a:cubicBezTo>
                  <a:cubicBezTo>
                    <a:pt x="2431" y="800"/>
                    <a:pt x="2609" y="0"/>
                    <a:pt x="184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2"/>
            <p:cNvSpPr/>
            <p:nvPr/>
          </p:nvSpPr>
          <p:spPr>
            <a:xfrm>
              <a:off x="1983641" y="4683036"/>
              <a:ext cx="125841" cy="87462"/>
            </a:xfrm>
            <a:custGeom>
              <a:avLst/>
              <a:gdLst/>
              <a:ahLst/>
              <a:cxnLst/>
              <a:rect l="l" t="t" r="r" b="b"/>
              <a:pathLst>
                <a:path w="2610" h="1814" extrusionOk="0">
                  <a:moveTo>
                    <a:pt x="1849" y="1"/>
                  </a:moveTo>
                  <a:cubicBezTo>
                    <a:pt x="1766" y="1"/>
                    <a:pt x="1671" y="10"/>
                    <a:pt x="1566" y="30"/>
                  </a:cubicBezTo>
                  <a:cubicBezTo>
                    <a:pt x="491" y="236"/>
                    <a:pt x="0" y="1807"/>
                    <a:pt x="0" y="1807"/>
                  </a:cubicBezTo>
                  <a:cubicBezTo>
                    <a:pt x="0" y="1807"/>
                    <a:pt x="34" y="1813"/>
                    <a:pt x="98" y="1813"/>
                  </a:cubicBezTo>
                  <a:cubicBezTo>
                    <a:pt x="296" y="1813"/>
                    <a:pt x="791" y="1759"/>
                    <a:pt x="1535" y="1321"/>
                  </a:cubicBezTo>
                  <a:cubicBezTo>
                    <a:pt x="2431" y="797"/>
                    <a:pt x="2610" y="1"/>
                    <a:pt x="1849"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2"/>
            <p:cNvSpPr/>
            <p:nvPr/>
          </p:nvSpPr>
          <p:spPr>
            <a:xfrm>
              <a:off x="1517975" y="4132611"/>
              <a:ext cx="698732" cy="933635"/>
            </a:xfrm>
            <a:custGeom>
              <a:avLst/>
              <a:gdLst/>
              <a:ahLst/>
              <a:cxnLst/>
              <a:rect l="l" t="t" r="r" b="b"/>
              <a:pathLst>
                <a:path w="14492" h="19364" extrusionOk="0">
                  <a:moveTo>
                    <a:pt x="9912" y="0"/>
                  </a:moveTo>
                  <a:cubicBezTo>
                    <a:pt x="9056" y="0"/>
                    <a:pt x="8186" y="459"/>
                    <a:pt x="7688" y="1146"/>
                  </a:cubicBezTo>
                  <a:cubicBezTo>
                    <a:pt x="6969" y="2143"/>
                    <a:pt x="7270" y="3674"/>
                    <a:pt x="8401" y="4232"/>
                  </a:cubicBezTo>
                  <a:cubicBezTo>
                    <a:pt x="8764" y="4408"/>
                    <a:pt x="9190" y="4493"/>
                    <a:pt x="9619" y="4493"/>
                  </a:cubicBezTo>
                  <a:cubicBezTo>
                    <a:pt x="9643" y="4493"/>
                    <a:pt x="9666" y="4492"/>
                    <a:pt x="9689" y="4492"/>
                  </a:cubicBezTo>
                  <a:lnTo>
                    <a:pt x="9689" y="4492"/>
                  </a:lnTo>
                  <a:cubicBezTo>
                    <a:pt x="9602" y="5597"/>
                    <a:pt x="9625" y="6705"/>
                    <a:pt x="9521" y="7810"/>
                  </a:cubicBezTo>
                  <a:cubicBezTo>
                    <a:pt x="9412" y="9000"/>
                    <a:pt x="9345" y="10189"/>
                    <a:pt x="9223" y="11375"/>
                  </a:cubicBezTo>
                  <a:cubicBezTo>
                    <a:pt x="8986" y="13657"/>
                    <a:pt x="8777" y="15940"/>
                    <a:pt x="8733" y="18232"/>
                  </a:cubicBezTo>
                  <a:cubicBezTo>
                    <a:pt x="8480" y="18229"/>
                    <a:pt x="8228" y="18227"/>
                    <a:pt x="7979" y="18227"/>
                  </a:cubicBezTo>
                  <a:cubicBezTo>
                    <a:pt x="7876" y="18227"/>
                    <a:pt x="7774" y="18227"/>
                    <a:pt x="7671" y="18228"/>
                  </a:cubicBezTo>
                  <a:cubicBezTo>
                    <a:pt x="6698" y="18242"/>
                    <a:pt x="5725" y="18232"/>
                    <a:pt x="4756" y="18286"/>
                  </a:cubicBezTo>
                  <a:cubicBezTo>
                    <a:pt x="4404" y="16025"/>
                    <a:pt x="4289" y="13727"/>
                    <a:pt x="3904" y="11467"/>
                  </a:cubicBezTo>
                  <a:cubicBezTo>
                    <a:pt x="5104" y="11257"/>
                    <a:pt x="5941" y="10483"/>
                    <a:pt x="5979" y="9057"/>
                  </a:cubicBezTo>
                  <a:cubicBezTo>
                    <a:pt x="6012" y="7678"/>
                    <a:pt x="4926" y="6282"/>
                    <a:pt x="3504" y="6282"/>
                  </a:cubicBezTo>
                  <a:cubicBezTo>
                    <a:pt x="3481" y="6282"/>
                    <a:pt x="3457" y="6282"/>
                    <a:pt x="3434" y="6283"/>
                  </a:cubicBezTo>
                  <a:cubicBezTo>
                    <a:pt x="3276" y="6289"/>
                    <a:pt x="3373" y="6515"/>
                    <a:pt x="3488" y="6529"/>
                  </a:cubicBezTo>
                  <a:cubicBezTo>
                    <a:pt x="4708" y="6637"/>
                    <a:pt x="5577" y="7841"/>
                    <a:pt x="5563" y="9017"/>
                  </a:cubicBezTo>
                  <a:cubicBezTo>
                    <a:pt x="5550" y="10368"/>
                    <a:pt x="4661" y="11112"/>
                    <a:pt x="3326" y="11115"/>
                  </a:cubicBezTo>
                  <a:cubicBezTo>
                    <a:pt x="3318" y="11115"/>
                    <a:pt x="3310" y="11115"/>
                    <a:pt x="3303" y="11115"/>
                  </a:cubicBezTo>
                  <a:cubicBezTo>
                    <a:pt x="2056" y="11115"/>
                    <a:pt x="750" y="10529"/>
                    <a:pt x="656" y="9131"/>
                  </a:cubicBezTo>
                  <a:cubicBezTo>
                    <a:pt x="565" y="7746"/>
                    <a:pt x="1258" y="6715"/>
                    <a:pt x="2684" y="6506"/>
                  </a:cubicBezTo>
                  <a:cubicBezTo>
                    <a:pt x="2860" y="6482"/>
                    <a:pt x="2724" y="6252"/>
                    <a:pt x="2599" y="6245"/>
                  </a:cubicBezTo>
                  <a:cubicBezTo>
                    <a:pt x="2548" y="6243"/>
                    <a:pt x="2498" y="6241"/>
                    <a:pt x="2449" y="6241"/>
                  </a:cubicBezTo>
                  <a:cubicBezTo>
                    <a:pt x="1058" y="6241"/>
                    <a:pt x="300" y="7287"/>
                    <a:pt x="169" y="8635"/>
                  </a:cubicBezTo>
                  <a:cubicBezTo>
                    <a:pt x="1" y="10416"/>
                    <a:pt x="1319" y="11456"/>
                    <a:pt x="3015" y="11520"/>
                  </a:cubicBezTo>
                  <a:cubicBezTo>
                    <a:pt x="3071" y="11522"/>
                    <a:pt x="3126" y="11523"/>
                    <a:pt x="3180" y="11523"/>
                  </a:cubicBezTo>
                  <a:cubicBezTo>
                    <a:pt x="3346" y="11523"/>
                    <a:pt x="3506" y="11514"/>
                    <a:pt x="3664" y="11497"/>
                  </a:cubicBezTo>
                  <a:lnTo>
                    <a:pt x="3664" y="11497"/>
                  </a:lnTo>
                  <a:cubicBezTo>
                    <a:pt x="3559" y="12740"/>
                    <a:pt x="3941" y="14129"/>
                    <a:pt x="4073" y="15360"/>
                  </a:cubicBezTo>
                  <a:cubicBezTo>
                    <a:pt x="4168" y="16221"/>
                    <a:pt x="4036" y="17478"/>
                    <a:pt x="4431" y="18313"/>
                  </a:cubicBezTo>
                  <a:cubicBezTo>
                    <a:pt x="4195" y="18330"/>
                    <a:pt x="3961" y="18347"/>
                    <a:pt x="3728" y="18373"/>
                  </a:cubicBezTo>
                  <a:cubicBezTo>
                    <a:pt x="2748" y="18489"/>
                    <a:pt x="1504" y="18553"/>
                    <a:pt x="595" y="18952"/>
                  </a:cubicBezTo>
                  <a:cubicBezTo>
                    <a:pt x="527" y="18981"/>
                    <a:pt x="560" y="19121"/>
                    <a:pt x="635" y="19121"/>
                  </a:cubicBezTo>
                  <a:cubicBezTo>
                    <a:pt x="638" y="19121"/>
                    <a:pt x="640" y="19121"/>
                    <a:pt x="643" y="19120"/>
                  </a:cubicBezTo>
                  <a:cubicBezTo>
                    <a:pt x="2905" y="18774"/>
                    <a:pt x="5224" y="18541"/>
                    <a:pt x="7535" y="18541"/>
                  </a:cubicBezTo>
                  <a:cubicBezTo>
                    <a:pt x="9846" y="18541"/>
                    <a:pt x="12151" y="18774"/>
                    <a:pt x="14387" y="19361"/>
                  </a:cubicBezTo>
                  <a:cubicBezTo>
                    <a:pt x="14394" y="19362"/>
                    <a:pt x="14401" y="19363"/>
                    <a:pt x="14408" y="19363"/>
                  </a:cubicBezTo>
                  <a:cubicBezTo>
                    <a:pt x="14491" y="19363"/>
                    <a:pt x="14466" y="19210"/>
                    <a:pt x="14396" y="19181"/>
                  </a:cubicBezTo>
                  <a:cubicBezTo>
                    <a:pt x="12761" y="18512"/>
                    <a:pt x="10899" y="18292"/>
                    <a:pt x="9101" y="18242"/>
                  </a:cubicBezTo>
                  <a:cubicBezTo>
                    <a:pt x="9148" y="15917"/>
                    <a:pt x="9375" y="13605"/>
                    <a:pt x="9594" y="11291"/>
                  </a:cubicBezTo>
                  <a:cubicBezTo>
                    <a:pt x="9808" y="9054"/>
                    <a:pt x="10115" y="6729"/>
                    <a:pt x="9889" y="4478"/>
                  </a:cubicBezTo>
                  <a:cubicBezTo>
                    <a:pt x="10659" y="4411"/>
                    <a:pt x="11402" y="4056"/>
                    <a:pt x="11778" y="3397"/>
                  </a:cubicBezTo>
                  <a:cubicBezTo>
                    <a:pt x="12345" y="2407"/>
                    <a:pt x="12041" y="838"/>
                    <a:pt x="10821" y="568"/>
                  </a:cubicBezTo>
                  <a:cubicBezTo>
                    <a:pt x="10810" y="566"/>
                    <a:pt x="10799" y="564"/>
                    <a:pt x="10790" y="564"/>
                  </a:cubicBezTo>
                  <a:cubicBezTo>
                    <a:pt x="10669" y="564"/>
                    <a:pt x="10710" y="751"/>
                    <a:pt x="10798" y="798"/>
                  </a:cubicBezTo>
                  <a:cubicBezTo>
                    <a:pt x="11642" y="1261"/>
                    <a:pt x="11778" y="2650"/>
                    <a:pt x="11230" y="3377"/>
                  </a:cubicBezTo>
                  <a:cubicBezTo>
                    <a:pt x="10874" y="3847"/>
                    <a:pt x="10212" y="4095"/>
                    <a:pt x="9571" y="4095"/>
                  </a:cubicBezTo>
                  <a:cubicBezTo>
                    <a:pt x="9178" y="4095"/>
                    <a:pt x="8792" y="4002"/>
                    <a:pt x="8490" y="3809"/>
                  </a:cubicBezTo>
                  <a:cubicBezTo>
                    <a:pt x="7668" y="3285"/>
                    <a:pt x="7554" y="2099"/>
                    <a:pt x="8097" y="1345"/>
                  </a:cubicBezTo>
                  <a:cubicBezTo>
                    <a:pt x="8585" y="670"/>
                    <a:pt x="9386" y="333"/>
                    <a:pt x="10197" y="333"/>
                  </a:cubicBezTo>
                  <a:cubicBezTo>
                    <a:pt x="10410" y="333"/>
                    <a:pt x="10623" y="356"/>
                    <a:pt x="10831" y="403"/>
                  </a:cubicBezTo>
                  <a:cubicBezTo>
                    <a:pt x="10838" y="404"/>
                    <a:pt x="10844" y="405"/>
                    <a:pt x="10850" y="405"/>
                  </a:cubicBezTo>
                  <a:cubicBezTo>
                    <a:pt x="10942" y="405"/>
                    <a:pt x="10908" y="235"/>
                    <a:pt x="10842" y="203"/>
                  </a:cubicBezTo>
                  <a:cubicBezTo>
                    <a:pt x="10547" y="64"/>
                    <a:pt x="10231" y="0"/>
                    <a:pt x="991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2" name="Google Shape;102;p2"/>
          <p:cNvGrpSpPr/>
          <p:nvPr/>
        </p:nvGrpSpPr>
        <p:grpSpPr>
          <a:xfrm>
            <a:off x="830000" y="2346230"/>
            <a:ext cx="468336" cy="446495"/>
            <a:chOff x="984375" y="2346230"/>
            <a:chExt cx="468336" cy="446495"/>
          </a:xfrm>
        </p:grpSpPr>
        <p:sp>
          <p:nvSpPr>
            <p:cNvPr id="103" name="Google Shape;103;p2"/>
            <p:cNvSpPr/>
            <p:nvPr/>
          </p:nvSpPr>
          <p:spPr>
            <a:xfrm>
              <a:off x="1139896" y="2346230"/>
              <a:ext cx="312816" cy="368096"/>
            </a:xfrm>
            <a:custGeom>
              <a:avLst/>
              <a:gdLst/>
              <a:ahLst/>
              <a:cxnLst/>
              <a:rect l="l" t="t" r="r" b="b"/>
              <a:pathLst>
                <a:path w="8024" h="9442" extrusionOk="0">
                  <a:moveTo>
                    <a:pt x="2655" y="2271"/>
                  </a:moveTo>
                  <a:cubicBezTo>
                    <a:pt x="3185" y="2271"/>
                    <a:pt x="3508" y="3208"/>
                    <a:pt x="3086" y="3691"/>
                  </a:cubicBezTo>
                  <a:cubicBezTo>
                    <a:pt x="2907" y="3895"/>
                    <a:pt x="2638" y="4014"/>
                    <a:pt x="2369" y="4014"/>
                  </a:cubicBezTo>
                  <a:cubicBezTo>
                    <a:pt x="2348" y="4014"/>
                    <a:pt x="2327" y="4013"/>
                    <a:pt x="2306" y="4012"/>
                  </a:cubicBezTo>
                  <a:cubicBezTo>
                    <a:pt x="2204" y="4005"/>
                    <a:pt x="2100" y="3978"/>
                    <a:pt x="2022" y="3914"/>
                  </a:cubicBezTo>
                  <a:cubicBezTo>
                    <a:pt x="1829" y="3765"/>
                    <a:pt x="1846" y="3474"/>
                    <a:pt x="1886" y="3238"/>
                  </a:cubicBezTo>
                  <a:cubicBezTo>
                    <a:pt x="1937" y="2964"/>
                    <a:pt x="2008" y="2677"/>
                    <a:pt x="2211" y="2484"/>
                  </a:cubicBezTo>
                  <a:cubicBezTo>
                    <a:pt x="2367" y="2334"/>
                    <a:pt x="2518" y="2271"/>
                    <a:pt x="2655" y="2271"/>
                  </a:cubicBezTo>
                  <a:close/>
                  <a:moveTo>
                    <a:pt x="4035" y="6913"/>
                  </a:moveTo>
                  <a:cubicBezTo>
                    <a:pt x="4604" y="6913"/>
                    <a:pt x="5210" y="7741"/>
                    <a:pt x="4695" y="8114"/>
                  </a:cubicBezTo>
                  <a:cubicBezTo>
                    <a:pt x="4582" y="8199"/>
                    <a:pt x="4435" y="8219"/>
                    <a:pt x="4293" y="8219"/>
                  </a:cubicBezTo>
                  <a:cubicBezTo>
                    <a:pt x="4281" y="8219"/>
                    <a:pt x="4270" y="8219"/>
                    <a:pt x="4259" y="8219"/>
                  </a:cubicBezTo>
                  <a:cubicBezTo>
                    <a:pt x="3951" y="8216"/>
                    <a:pt x="3606" y="8117"/>
                    <a:pt x="3468" y="7844"/>
                  </a:cubicBezTo>
                  <a:cubicBezTo>
                    <a:pt x="3390" y="7688"/>
                    <a:pt x="3397" y="7492"/>
                    <a:pt x="3471" y="7334"/>
                  </a:cubicBezTo>
                  <a:cubicBezTo>
                    <a:pt x="3613" y="7031"/>
                    <a:pt x="3821" y="6913"/>
                    <a:pt x="4035" y="6913"/>
                  </a:cubicBezTo>
                  <a:close/>
                  <a:moveTo>
                    <a:pt x="3373" y="0"/>
                  </a:moveTo>
                  <a:cubicBezTo>
                    <a:pt x="3358" y="0"/>
                    <a:pt x="3342" y="0"/>
                    <a:pt x="3326" y="1"/>
                  </a:cubicBezTo>
                  <a:cubicBezTo>
                    <a:pt x="1" y="38"/>
                    <a:pt x="18" y="4752"/>
                    <a:pt x="72" y="5918"/>
                  </a:cubicBezTo>
                  <a:cubicBezTo>
                    <a:pt x="498" y="6306"/>
                    <a:pt x="869" y="6773"/>
                    <a:pt x="1147" y="7161"/>
                  </a:cubicBezTo>
                  <a:cubicBezTo>
                    <a:pt x="1542" y="7715"/>
                    <a:pt x="1859" y="8354"/>
                    <a:pt x="2025" y="9017"/>
                  </a:cubicBezTo>
                  <a:cubicBezTo>
                    <a:pt x="2837" y="9279"/>
                    <a:pt x="3763" y="9442"/>
                    <a:pt x="4614" y="9442"/>
                  </a:cubicBezTo>
                  <a:cubicBezTo>
                    <a:pt x="5883" y="9442"/>
                    <a:pt x="6985" y="9079"/>
                    <a:pt x="7297" y="8138"/>
                  </a:cubicBezTo>
                  <a:cubicBezTo>
                    <a:pt x="8023" y="5948"/>
                    <a:pt x="4647" y="5154"/>
                    <a:pt x="4647" y="5154"/>
                  </a:cubicBezTo>
                  <a:cubicBezTo>
                    <a:pt x="4647" y="5154"/>
                    <a:pt x="7097" y="0"/>
                    <a:pt x="3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2"/>
            <p:cNvSpPr/>
            <p:nvPr/>
          </p:nvSpPr>
          <p:spPr>
            <a:xfrm>
              <a:off x="1211160" y="2434726"/>
              <a:ext cx="65495" cy="68029"/>
            </a:xfrm>
            <a:custGeom>
              <a:avLst/>
              <a:gdLst/>
              <a:ahLst/>
              <a:cxnLst/>
              <a:rect l="l" t="t" r="r" b="b"/>
              <a:pathLst>
                <a:path w="1680" h="1745" extrusionOk="0">
                  <a:moveTo>
                    <a:pt x="827" y="1"/>
                  </a:moveTo>
                  <a:cubicBezTo>
                    <a:pt x="690" y="1"/>
                    <a:pt x="539" y="64"/>
                    <a:pt x="383" y="214"/>
                  </a:cubicBezTo>
                  <a:cubicBezTo>
                    <a:pt x="180" y="407"/>
                    <a:pt x="109" y="694"/>
                    <a:pt x="58" y="968"/>
                  </a:cubicBezTo>
                  <a:cubicBezTo>
                    <a:pt x="18" y="1204"/>
                    <a:pt x="1" y="1495"/>
                    <a:pt x="194" y="1644"/>
                  </a:cubicBezTo>
                  <a:cubicBezTo>
                    <a:pt x="272" y="1708"/>
                    <a:pt x="376" y="1735"/>
                    <a:pt x="478" y="1742"/>
                  </a:cubicBezTo>
                  <a:cubicBezTo>
                    <a:pt x="499" y="1743"/>
                    <a:pt x="520" y="1744"/>
                    <a:pt x="541" y="1744"/>
                  </a:cubicBezTo>
                  <a:cubicBezTo>
                    <a:pt x="810" y="1744"/>
                    <a:pt x="1079" y="1625"/>
                    <a:pt x="1258" y="1421"/>
                  </a:cubicBezTo>
                  <a:cubicBezTo>
                    <a:pt x="1680" y="938"/>
                    <a:pt x="1357" y="1"/>
                    <a:pt x="8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2"/>
            <p:cNvSpPr/>
            <p:nvPr/>
          </p:nvSpPr>
          <p:spPr>
            <a:xfrm>
              <a:off x="1272016" y="2615733"/>
              <a:ext cx="71031" cy="50953"/>
            </a:xfrm>
            <a:custGeom>
              <a:avLst/>
              <a:gdLst/>
              <a:ahLst/>
              <a:cxnLst/>
              <a:rect l="l" t="t" r="r" b="b"/>
              <a:pathLst>
                <a:path w="1822" h="1307" extrusionOk="0">
                  <a:moveTo>
                    <a:pt x="646" y="0"/>
                  </a:moveTo>
                  <a:cubicBezTo>
                    <a:pt x="432" y="0"/>
                    <a:pt x="224" y="118"/>
                    <a:pt x="82" y="421"/>
                  </a:cubicBezTo>
                  <a:cubicBezTo>
                    <a:pt x="8" y="579"/>
                    <a:pt x="1" y="775"/>
                    <a:pt x="79" y="931"/>
                  </a:cubicBezTo>
                  <a:cubicBezTo>
                    <a:pt x="217" y="1204"/>
                    <a:pt x="562" y="1303"/>
                    <a:pt x="870" y="1306"/>
                  </a:cubicBezTo>
                  <a:cubicBezTo>
                    <a:pt x="881" y="1306"/>
                    <a:pt x="892" y="1306"/>
                    <a:pt x="904" y="1306"/>
                  </a:cubicBezTo>
                  <a:cubicBezTo>
                    <a:pt x="1046" y="1306"/>
                    <a:pt x="1193" y="1286"/>
                    <a:pt x="1306" y="1201"/>
                  </a:cubicBezTo>
                  <a:cubicBezTo>
                    <a:pt x="1821" y="828"/>
                    <a:pt x="1215" y="0"/>
                    <a:pt x="6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2"/>
            <p:cNvSpPr/>
            <p:nvPr/>
          </p:nvSpPr>
          <p:spPr>
            <a:xfrm>
              <a:off x="984375" y="2470319"/>
              <a:ext cx="249543" cy="322406"/>
            </a:xfrm>
            <a:custGeom>
              <a:avLst/>
              <a:gdLst/>
              <a:ahLst/>
              <a:cxnLst/>
              <a:rect l="l" t="t" r="r" b="b"/>
              <a:pathLst>
                <a:path w="6401" h="8270" extrusionOk="0">
                  <a:moveTo>
                    <a:pt x="1000" y="0"/>
                  </a:moveTo>
                  <a:cubicBezTo>
                    <a:pt x="974" y="0"/>
                    <a:pt x="947" y="2"/>
                    <a:pt x="920" y="4"/>
                  </a:cubicBezTo>
                  <a:cubicBezTo>
                    <a:pt x="58" y="82"/>
                    <a:pt x="1" y="1457"/>
                    <a:pt x="789" y="1457"/>
                  </a:cubicBezTo>
                  <a:cubicBezTo>
                    <a:pt x="851" y="1457"/>
                    <a:pt x="918" y="1448"/>
                    <a:pt x="990" y="1430"/>
                  </a:cubicBezTo>
                  <a:cubicBezTo>
                    <a:pt x="1031" y="1420"/>
                    <a:pt x="1024" y="1319"/>
                    <a:pt x="981" y="1319"/>
                  </a:cubicBezTo>
                  <a:cubicBezTo>
                    <a:pt x="976" y="1319"/>
                    <a:pt x="971" y="1319"/>
                    <a:pt x="966" y="1319"/>
                  </a:cubicBezTo>
                  <a:cubicBezTo>
                    <a:pt x="97" y="1319"/>
                    <a:pt x="395" y="232"/>
                    <a:pt x="1059" y="232"/>
                  </a:cubicBezTo>
                  <a:cubicBezTo>
                    <a:pt x="1131" y="232"/>
                    <a:pt x="1208" y="245"/>
                    <a:pt x="1288" y="274"/>
                  </a:cubicBezTo>
                  <a:cubicBezTo>
                    <a:pt x="1687" y="420"/>
                    <a:pt x="1869" y="913"/>
                    <a:pt x="1954" y="1288"/>
                  </a:cubicBezTo>
                  <a:cubicBezTo>
                    <a:pt x="1998" y="1491"/>
                    <a:pt x="2021" y="1701"/>
                    <a:pt x="2011" y="1907"/>
                  </a:cubicBezTo>
                  <a:cubicBezTo>
                    <a:pt x="2011" y="1991"/>
                    <a:pt x="1994" y="2072"/>
                    <a:pt x="1987" y="2157"/>
                  </a:cubicBezTo>
                  <a:cubicBezTo>
                    <a:pt x="1842" y="2316"/>
                    <a:pt x="1792" y="2542"/>
                    <a:pt x="1910" y="2796"/>
                  </a:cubicBezTo>
                  <a:cubicBezTo>
                    <a:pt x="2129" y="3272"/>
                    <a:pt x="2545" y="3482"/>
                    <a:pt x="2934" y="3809"/>
                  </a:cubicBezTo>
                  <a:cubicBezTo>
                    <a:pt x="3309" y="4123"/>
                    <a:pt x="3643" y="4479"/>
                    <a:pt x="3958" y="4853"/>
                  </a:cubicBezTo>
                  <a:cubicBezTo>
                    <a:pt x="4749" y="5800"/>
                    <a:pt x="5762" y="7063"/>
                    <a:pt x="6131" y="8236"/>
                  </a:cubicBezTo>
                  <a:cubicBezTo>
                    <a:pt x="6138" y="8260"/>
                    <a:pt x="6149" y="8269"/>
                    <a:pt x="6160" y="8269"/>
                  </a:cubicBezTo>
                  <a:cubicBezTo>
                    <a:pt x="6192" y="8269"/>
                    <a:pt x="6229" y="8194"/>
                    <a:pt x="6229" y="8161"/>
                  </a:cubicBezTo>
                  <a:cubicBezTo>
                    <a:pt x="6188" y="7350"/>
                    <a:pt x="6401" y="6668"/>
                    <a:pt x="6201" y="5854"/>
                  </a:cubicBezTo>
                  <a:cubicBezTo>
                    <a:pt x="6201" y="5847"/>
                    <a:pt x="6198" y="5840"/>
                    <a:pt x="6198" y="5834"/>
                  </a:cubicBezTo>
                  <a:cubicBezTo>
                    <a:pt x="6032" y="5171"/>
                    <a:pt x="5715" y="4532"/>
                    <a:pt x="5320" y="3978"/>
                  </a:cubicBezTo>
                  <a:cubicBezTo>
                    <a:pt x="5042" y="3590"/>
                    <a:pt x="4671" y="3123"/>
                    <a:pt x="4245" y="2735"/>
                  </a:cubicBezTo>
                  <a:cubicBezTo>
                    <a:pt x="3751" y="2286"/>
                    <a:pt x="3183" y="1934"/>
                    <a:pt x="2595" y="1917"/>
                  </a:cubicBezTo>
                  <a:cubicBezTo>
                    <a:pt x="2587" y="1916"/>
                    <a:pt x="2579" y="1916"/>
                    <a:pt x="2571" y="1916"/>
                  </a:cubicBezTo>
                  <a:cubicBezTo>
                    <a:pt x="2462" y="1916"/>
                    <a:pt x="2359" y="1936"/>
                    <a:pt x="2264" y="1971"/>
                  </a:cubicBezTo>
                  <a:cubicBezTo>
                    <a:pt x="2268" y="1582"/>
                    <a:pt x="2116" y="1089"/>
                    <a:pt x="2032" y="879"/>
                  </a:cubicBezTo>
                  <a:cubicBezTo>
                    <a:pt x="1854" y="443"/>
                    <a:pt x="1504" y="0"/>
                    <a:pt x="10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7" name="Google Shape;107;p2"/>
          <p:cNvSpPr/>
          <p:nvPr/>
        </p:nvSpPr>
        <p:spPr>
          <a:xfrm>
            <a:off x="2501326" y="4475808"/>
            <a:ext cx="250092" cy="247231"/>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2"/>
          <p:cNvSpPr/>
          <p:nvPr/>
        </p:nvSpPr>
        <p:spPr>
          <a:xfrm>
            <a:off x="8362925" y="3105600"/>
            <a:ext cx="212090" cy="245454"/>
          </a:xfrm>
          <a:custGeom>
            <a:avLst/>
            <a:gdLst/>
            <a:ahLst/>
            <a:cxnLst/>
            <a:rect l="l" t="t" r="r" b="b"/>
            <a:pathLst>
              <a:path w="6128" h="7092" extrusionOk="0">
                <a:moveTo>
                  <a:pt x="2717" y="1"/>
                </a:moveTo>
                <a:cubicBezTo>
                  <a:pt x="2679" y="1"/>
                  <a:pt x="2638" y="7"/>
                  <a:pt x="2596" y="20"/>
                </a:cubicBezTo>
                <a:cubicBezTo>
                  <a:pt x="2167" y="152"/>
                  <a:pt x="2528" y="1263"/>
                  <a:pt x="1886" y="2413"/>
                </a:cubicBezTo>
                <a:cubicBezTo>
                  <a:pt x="1247" y="3562"/>
                  <a:pt x="1" y="3646"/>
                  <a:pt x="54" y="4082"/>
                </a:cubicBezTo>
                <a:cubicBezTo>
                  <a:pt x="109" y="4521"/>
                  <a:pt x="1859" y="4082"/>
                  <a:pt x="2406" y="5014"/>
                </a:cubicBezTo>
                <a:cubicBezTo>
                  <a:pt x="2938" y="5923"/>
                  <a:pt x="3005" y="7092"/>
                  <a:pt x="3364" y="7092"/>
                </a:cubicBezTo>
                <a:cubicBezTo>
                  <a:pt x="3373" y="7092"/>
                  <a:pt x="3381" y="7091"/>
                  <a:pt x="3390" y="7090"/>
                </a:cubicBezTo>
                <a:cubicBezTo>
                  <a:pt x="3772" y="7036"/>
                  <a:pt x="3552" y="4903"/>
                  <a:pt x="4427" y="4356"/>
                </a:cubicBezTo>
                <a:cubicBezTo>
                  <a:pt x="5303" y="3812"/>
                  <a:pt x="6127" y="3886"/>
                  <a:pt x="6070" y="3366"/>
                </a:cubicBezTo>
                <a:cubicBezTo>
                  <a:pt x="6015" y="2845"/>
                  <a:pt x="4306" y="2825"/>
                  <a:pt x="3870" y="2169"/>
                </a:cubicBezTo>
                <a:cubicBezTo>
                  <a:pt x="3457" y="1549"/>
                  <a:pt x="3322" y="1"/>
                  <a:pt x="2717"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2"/>
          <p:cNvSpPr/>
          <p:nvPr/>
        </p:nvSpPr>
        <p:spPr>
          <a:xfrm>
            <a:off x="8579172" y="3353100"/>
            <a:ext cx="134425" cy="155572"/>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2"/>
          <p:cNvSpPr/>
          <p:nvPr/>
        </p:nvSpPr>
        <p:spPr>
          <a:xfrm>
            <a:off x="7197175" y="4475800"/>
            <a:ext cx="308250" cy="434350"/>
          </a:xfrm>
          <a:custGeom>
            <a:avLst/>
            <a:gdLst/>
            <a:ahLst/>
            <a:cxnLst/>
            <a:rect l="l" t="t" r="r" b="b"/>
            <a:pathLst>
              <a:path w="12330" h="17374" extrusionOk="0">
                <a:moveTo>
                  <a:pt x="5744" y="2943"/>
                </a:moveTo>
                <a:cubicBezTo>
                  <a:pt x="6000" y="2943"/>
                  <a:pt x="6253" y="3008"/>
                  <a:pt x="6486" y="3160"/>
                </a:cubicBezTo>
                <a:cubicBezTo>
                  <a:pt x="7064" y="3542"/>
                  <a:pt x="6932" y="4475"/>
                  <a:pt x="6557" y="4917"/>
                </a:cubicBezTo>
                <a:cubicBezTo>
                  <a:pt x="6236" y="5296"/>
                  <a:pt x="5799" y="5401"/>
                  <a:pt x="5317" y="5451"/>
                </a:cubicBezTo>
                <a:cubicBezTo>
                  <a:pt x="5119" y="5474"/>
                  <a:pt x="4907" y="5486"/>
                  <a:pt x="4688" y="5486"/>
                </a:cubicBezTo>
                <a:cubicBezTo>
                  <a:pt x="4214" y="5486"/>
                  <a:pt x="3705" y="5430"/>
                  <a:pt x="3224" y="5303"/>
                </a:cubicBezTo>
                <a:cubicBezTo>
                  <a:pt x="3411" y="4721"/>
                  <a:pt x="3711" y="4174"/>
                  <a:pt x="4087" y="3762"/>
                </a:cubicBezTo>
                <a:cubicBezTo>
                  <a:pt x="4479" y="3328"/>
                  <a:pt x="5119" y="2943"/>
                  <a:pt x="5744" y="2943"/>
                </a:cubicBezTo>
                <a:close/>
                <a:moveTo>
                  <a:pt x="7668" y="7415"/>
                </a:moveTo>
                <a:cubicBezTo>
                  <a:pt x="7916" y="7415"/>
                  <a:pt x="8150" y="7471"/>
                  <a:pt x="8341" y="7611"/>
                </a:cubicBezTo>
                <a:cubicBezTo>
                  <a:pt x="9486" y="8449"/>
                  <a:pt x="7439" y="9199"/>
                  <a:pt x="6911" y="9307"/>
                </a:cubicBezTo>
                <a:cubicBezTo>
                  <a:pt x="6670" y="9357"/>
                  <a:pt x="6423" y="9382"/>
                  <a:pt x="6177" y="9382"/>
                </a:cubicBezTo>
                <a:cubicBezTo>
                  <a:pt x="5805" y="9382"/>
                  <a:pt x="5435" y="9325"/>
                  <a:pt x="5083" y="9216"/>
                </a:cubicBezTo>
                <a:cubicBezTo>
                  <a:pt x="5330" y="8726"/>
                  <a:pt x="5685" y="8290"/>
                  <a:pt x="6117" y="7972"/>
                </a:cubicBezTo>
                <a:cubicBezTo>
                  <a:pt x="6485" y="7701"/>
                  <a:pt x="7111" y="7415"/>
                  <a:pt x="7668" y="7415"/>
                </a:cubicBezTo>
                <a:close/>
                <a:moveTo>
                  <a:pt x="9861" y="12548"/>
                </a:moveTo>
                <a:cubicBezTo>
                  <a:pt x="10332" y="12548"/>
                  <a:pt x="10823" y="12858"/>
                  <a:pt x="10639" y="13386"/>
                </a:cubicBezTo>
                <a:cubicBezTo>
                  <a:pt x="10386" y="14119"/>
                  <a:pt x="9312" y="14414"/>
                  <a:pt x="8609" y="14414"/>
                </a:cubicBezTo>
                <a:cubicBezTo>
                  <a:pt x="8589" y="14414"/>
                  <a:pt x="8570" y="14413"/>
                  <a:pt x="8550" y="14413"/>
                </a:cubicBezTo>
                <a:cubicBezTo>
                  <a:pt x="8527" y="14413"/>
                  <a:pt x="8503" y="14410"/>
                  <a:pt x="8483" y="14410"/>
                </a:cubicBezTo>
                <a:cubicBezTo>
                  <a:pt x="8513" y="14102"/>
                  <a:pt x="8588" y="13801"/>
                  <a:pt x="8716" y="13524"/>
                </a:cubicBezTo>
                <a:cubicBezTo>
                  <a:pt x="8872" y="13187"/>
                  <a:pt x="9098" y="12828"/>
                  <a:pt x="9439" y="12646"/>
                </a:cubicBezTo>
                <a:cubicBezTo>
                  <a:pt x="9563" y="12580"/>
                  <a:pt x="9711" y="12548"/>
                  <a:pt x="9861" y="12548"/>
                </a:cubicBezTo>
                <a:close/>
                <a:moveTo>
                  <a:pt x="3123" y="0"/>
                </a:moveTo>
                <a:cubicBezTo>
                  <a:pt x="3122" y="0"/>
                  <a:pt x="3121" y="0"/>
                  <a:pt x="3120" y="0"/>
                </a:cubicBezTo>
                <a:cubicBezTo>
                  <a:pt x="1112" y="48"/>
                  <a:pt x="1" y="3069"/>
                  <a:pt x="1214" y="4546"/>
                </a:cubicBezTo>
                <a:cubicBezTo>
                  <a:pt x="1549" y="4951"/>
                  <a:pt x="2065" y="5289"/>
                  <a:pt x="2664" y="5532"/>
                </a:cubicBezTo>
                <a:cubicBezTo>
                  <a:pt x="2464" y="6468"/>
                  <a:pt x="2563" y="7455"/>
                  <a:pt x="3049" y="8209"/>
                </a:cubicBezTo>
                <a:cubicBezTo>
                  <a:pt x="3411" y="8766"/>
                  <a:pt x="3931" y="9175"/>
                  <a:pt x="4522" y="9439"/>
                </a:cubicBezTo>
                <a:cubicBezTo>
                  <a:pt x="4174" y="10389"/>
                  <a:pt x="4181" y="11466"/>
                  <a:pt x="4671" y="12362"/>
                </a:cubicBezTo>
                <a:cubicBezTo>
                  <a:pt x="5313" y="13544"/>
                  <a:pt x="6648" y="14488"/>
                  <a:pt x="8034" y="14714"/>
                </a:cubicBezTo>
                <a:cubicBezTo>
                  <a:pt x="8047" y="15312"/>
                  <a:pt x="8220" y="15904"/>
                  <a:pt x="8571" y="16367"/>
                </a:cubicBezTo>
                <a:cubicBezTo>
                  <a:pt x="9169" y="17154"/>
                  <a:pt x="9912" y="17373"/>
                  <a:pt x="10724" y="17373"/>
                </a:cubicBezTo>
                <a:cubicBezTo>
                  <a:pt x="11173" y="17373"/>
                  <a:pt x="11643" y="17306"/>
                  <a:pt x="12122" y="17231"/>
                </a:cubicBezTo>
                <a:cubicBezTo>
                  <a:pt x="12329" y="17199"/>
                  <a:pt x="12214" y="16934"/>
                  <a:pt x="12047" y="16934"/>
                </a:cubicBezTo>
                <a:cubicBezTo>
                  <a:pt x="12042" y="16934"/>
                  <a:pt x="12037" y="16934"/>
                  <a:pt x="12031" y="16934"/>
                </a:cubicBezTo>
                <a:cubicBezTo>
                  <a:pt x="11605" y="16982"/>
                  <a:pt x="11179" y="17046"/>
                  <a:pt x="10767" y="17046"/>
                </a:cubicBezTo>
                <a:cubicBezTo>
                  <a:pt x="10208" y="17046"/>
                  <a:pt x="9674" y="16927"/>
                  <a:pt x="9196" y="16484"/>
                </a:cubicBezTo>
                <a:cubicBezTo>
                  <a:pt x="8713" y="16042"/>
                  <a:pt x="8480" y="15403"/>
                  <a:pt x="8466" y="14761"/>
                </a:cubicBezTo>
                <a:lnTo>
                  <a:pt x="8466" y="14761"/>
                </a:lnTo>
                <a:cubicBezTo>
                  <a:pt x="8527" y="14764"/>
                  <a:pt x="8589" y="14765"/>
                  <a:pt x="8650" y="14765"/>
                </a:cubicBezTo>
                <a:cubicBezTo>
                  <a:pt x="9094" y="14765"/>
                  <a:pt x="9533" y="14686"/>
                  <a:pt x="9946" y="14508"/>
                </a:cubicBezTo>
                <a:cubicBezTo>
                  <a:pt x="10713" y="14183"/>
                  <a:pt x="11609" y="13196"/>
                  <a:pt x="10798" y="12393"/>
                </a:cubicBezTo>
                <a:cubicBezTo>
                  <a:pt x="10589" y="12183"/>
                  <a:pt x="10331" y="12098"/>
                  <a:pt x="10064" y="12098"/>
                </a:cubicBezTo>
                <a:cubicBezTo>
                  <a:pt x="9562" y="12098"/>
                  <a:pt x="9026" y="12399"/>
                  <a:pt x="8713" y="12747"/>
                </a:cubicBezTo>
                <a:cubicBezTo>
                  <a:pt x="8318" y="13183"/>
                  <a:pt x="8101" y="13764"/>
                  <a:pt x="8047" y="14359"/>
                </a:cubicBezTo>
                <a:cubicBezTo>
                  <a:pt x="6682" y="14119"/>
                  <a:pt x="5276" y="13071"/>
                  <a:pt x="4846" y="11791"/>
                </a:cubicBezTo>
                <a:cubicBezTo>
                  <a:pt x="4607" y="11081"/>
                  <a:pt x="4661" y="10297"/>
                  <a:pt x="4924" y="9590"/>
                </a:cubicBezTo>
                <a:cubicBezTo>
                  <a:pt x="5343" y="9725"/>
                  <a:pt x="5787" y="9793"/>
                  <a:pt x="6231" y="9793"/>
                </a:cubicBezTo>
                <a:cubicBezTo>
                  <a:pt x="6987" y="9793"/>
                  <a:pt x="7743" y="9596"/>
                  <a:pt x="8371" y="9196"/>
                </a:cubicBezTo>
                <a:cubicBezTo>
                  <a:pt x="8929" y="8837"/>
                  <a:pt x="9426" y="8097"/>
                  <a:pt x="8865" y="7516"/>
                </a:cubicBezTo>
                <a:cubicBezTo>
                  <a:pt x="8558" y="7195"/>
                  <a:pt x="8089" y="7075"/>
                  <a:pt x="7622" y="7075"/>
                </a:cubicBezTo>
                <a:cubicBezTo>
                  <a:pt x="7296" y="7075"/>
                  <a:pt x="6971" y="7133"/>
                  <a:pt x="6702" y="7222"/>
                </a:cubicBezTo>
                <a:cubicBezTo>
                  <a:pt x="5796" y="7519"/>
                  <a:pt x="5094" y="8219"/>
                  <a:pt x="4681" y="9063"/>
                </a:cubicBezTo>
                <a:cubicBezTo>
                  <a:pt x="3968" y="8736"/>
                  <a:pt x="3387" y="8161"/>
                  <a:pt x="3140" y="7347"/>
                </a:cubicBezTo>
                <a:cubicBezTo>
                  <a:pt x="2985" y="6830"/>
                  <a:pt x="2998" y="6252"/>
                  <a:pt x="3120" y="5691"/>
                </a:cubicBezTo>
                <a:lnTo>
                  <a:pt x="3120" y="5691"/>
                </a:lnTo>
                <a:cubicBezTo>
                  <a:pt x="3657" y="5856"/>
                  <a:pt x="4233" y="5947"/>
                  <a:pt x="4783" y="5947"/>
                </a:cubicBezTo>
                <a:cubicBezTo>
                  <a:pt x="5500" y="5947"/>
                  <a:pt x="6175" y="5792"/>
                  <a:pt x="6668" y="5445"/>
                </a:cubicBezTo>
                <a:cubicBezTo>
                  <a:pt x="7334" y="4972"/>
                  <a:pt x="7567" y="3961"/>
                  <a:pt x="7117" y="3261"/>
                </a:cubicBezTo>
                <a:cubicBezTo>
                  <a:pt x="6808" y="2776"/>
                  <a:pt x="6260" y="2579"/>
                  <a:pt x="5700" y="2579"/>
                </a:cubicBezTo>
                <a:cubicBezTo>
                  <a:pt x="5336" y="2579"/>
                  <a:pt x="4966" y="2663"/>
                  <a:pt x="4654" y="2805"/>
                </a:cubicBezTo>
                <a:cubicBezTo>
                  <a:pt x="3745" y="3221"/>
                  <a:pt x="3076" y="4133"/>
                  <a:pt x="2765" y="5150"/>
                </a:cubicBezTo>
                <a:cubicBezTo>
                  <a:pt x="2170" y="4921"/>
                  <a:pt x="1660" y="4552"/>
                  <a:pt x="1370" y="4008"/>
                </a:cubicBezTo>
                <a:cubicBezTo>
                  <a:pt x="707" y="2762"/>
                  <a:pt x="1674" y="376"/>
                  <a:pt x="3208" y="298"/>
                </a:cubicBezTo>
                <a:cubicBezTo>
                  <a:pt x="3426" y="288"/>
                  <a:pt x="3294" y="0"/>
                  <a:pt x="3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2"/>
          <p:cNvSpPr/>
          <p:nvPr/>
        </p:nvSpPr>
        <p:spPr>
          <a:xfrm>
            <a:off x="3817653" y="4668300"/>
            <a:ext cx="1508696" cy="487128"/>
          </a:xfrm>
          <a:custGeom>
            <a:avLst/>
            <a:gdLst/>
            <a:ahLst/>
            <a:cxnLst/>
            <a:rect l="l" t="t" r="r" b="b"/>
            <a:pathLst>
              <a:path w="24204" h="7815" extrusionOk="0">
                <a:moveTo>
                  <a:pt x="16155" y="1"/>
                </a:moveTo>
                <a:cubicBezTo>
                  <a:pt x="14677" y="1"/>
                  <a:pt x="13024" y="802"/>
                  <a:pt x="12476" y="2554"/>
                </a:cubicBezTo>
                <a:cubicBezTo>
                  <a:pt x="12476" y="2554"/>
                  <a:pt x="11108" y="331"/>
                  <a:pt x="8285" y="331"/>
                </a:cubicBezTo>
                <a:cubicBezTo>
                  <a:pt x="8057" y="331"/>
                  <a:pt x="7820" y="346"/>
                  <a:pt x="7574" y="377"/>
                </a:cubicBezTo>
                <a:cubicBezTo>
                  <a:pt x="4269" y="796"/>
                  <a:pt x="4684" y="3932"/>
                  <a:pt x="4684" y="3932"/>
                </a:cubicBezTo>
                <a:cubicBezTo>
                  <a:pt x="4684" y="3932"/>
                  <a:pt x="4094" y="3782"/>
                  <a:pt x="3335" y="3782"/>
                </a:cubicBezTo>
                <a:cubicBezTo>
                  <a:pt x="2082" y="3782"/>
                  <a:pt x="367" y="4191"/>
                  <a:pt x="78" y="6358"/>
                </a:cubicBezTo>
                <a:cubicBezTo>
                  <a:pt x="0" y="6949"/>
                  <a:pt x="68" y="7429"/>
                  <a:pt x="237" y="7815"/>
                </a:cubicBezTo>
                <a:lnTo>
                  <a:pt x="23257" y="7815"/>
                </a:lnTo>
                <a:cubicBezTo>
                  <a:pt x="23686" y="7395"/>
                  <a:pt x="23993" y="6821"/>
                  <a:pt x="24047" y="6041"/>
                </a:cubicBezTo>
                <a:cubicBezTo>
                  <a:pt x="24204" y="3886"/>
                  <a:pt x="22100" y="3543"/>
                  <a:pt x="20743" y="3543"/>
                </a:cubicBezTo>
                <a:cubicBezTo>
                  <a:pt x="20109" y="3543"/>
                  <a:pt x="19638" y="3618"/>
                  <a:pt x="19638" y="3618"/>
                </a:cubicBezTo>
                <a:cubicBezTo>
                  <a:pt x="19638" y="3618"/>
                  <a:pt x="19816" y="1013"/>
                  <a:pt x="17302" y="177"/>
                </a:cubicBezTo>
                <a:cubicBezTo>
                  <a:pt x="16950" y="61"/>
                  <a:pt x="16559" y="1"/>
                  <a:pt x="161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2"/>
          <p:cNvSpPr/>
          <p:nvPr/>
        </p:nvSpPr>
        <p:spPr>
          <a:xfrm>
            <a:off x="8622825" y="2542127"/>
            <a:ext cx="394302" cy="520333"/>
          </a:xfrm>
          <a:custGeom>
            <a:avLst/>
            <a:gdLst/>
            <a:ahLst/>
            <a:cxnLst/>
            <a:rect l="l" t="t" r="r" b="b"/>
            <a:pathLst>
              <a:path w="9852" h="13001" extrusionOk="0">
                <a:moveTo>
                  <a:pt x="9327" y="222"/>
                </a:moveTo>
                <a:cubicBezTo>
                  <a:pt x="9344" y="3338"/>
                  <a:pt x="9324" y="6524"/>
                  <a:pt x="7479" y="9201"/>
                </a:cubicBezTo>
                <a:cubicBezTo>
                  <a:pt x="5989" y="11357"/>
                  <a:pt x="3580" y="12283"/>
                  <a:pt x="1069" y="12618"/>
                </a:cubicBezTo>
                <a:cubicBezTo>
                  <a:pt x="1302" y="11526"/>
                  <a:pt x="1691" y="10458"/>
                  <a:pt x="2177" y="9434"/>
                </a:cubicBezTo>
                <a:cubicBezTo>
                  <a:pt x="3046" y="9386"/>
                  <a:pt x="3904" y="9150"/>
                  <a:pt x="4749" y="8957"/>
                </a:cubicBezTo>
                <a:cubicBezTo>
                  <a:pt x="5573" y="8775"/>
                  <a:pt x="6387" y="8542"/>
                  <a:pt x="7101" y="8079"/>
                </a:cubicBezTo>
                <a:cubicBezTo>
                  <a:pt x="7132" y="8060"/>
                  <a:pt x="7123" y="7979"/>
                  <a:pt x="7086" y="7979"/>
                </a:cubicBezTo>
                <a:cubicBezTo>
                  <a:pt x="7083" y="7979"/>
                  <a:pt x="7080" y="7980"/>
                  <a:pt x="7077" y="7981"/>
                </a:cubicBezTo>
                <a:cubicBezTo>
                  <a:pt x="5570" y="8458"/>
                  <a:pt x="3948" y="8957"/>
                  <a:pt x="2352" y="9082"/>
                </a:cubicBezTo>
                <a:cubicBezTo>
                  <a:pt x="2803" y="8177"/>
                  <a:pt x="3316" y="7302"/>
                  <a:pt x="3857" y="6477"/>
                </a:cubicBezTo>
                <a:cubicBezTo>
                  <a:pt x="4096" y="6109"/>
                  <a:pt x="4350" y="5757"/>
                  <a:pt x="4603" y="5403"/>
                </a:cubicBezTo>
                <a:cubicBezTo>
                  <a:pt x="5344" y="5321"/>
                  <a:pt x="6091" y="5017"/>
                  <a:pt x="6790" y="4781"/>
                </a:cubicBezTo>
                <a:cubicBezTo>
                  <a:pt x="7340" y="4595"/>
                  <a:pt x="7817" y="4399"/>
                  <a:pt x="8237" y="3993"/>
                </a:cubicBezTo>
                <a:cubicBezTo>
                  <a:pt x="8257" y="3973"/>
                  <a:pt x="8260" y="3911"/>
                  <a:pt x="8231" y="3911"/>
                </a:cubicBezTo>
                <a:cubicBezTo>
                  <a:pt x="8227" y="3911"/>
                  <a:pt x="8222" y="3913"/>
                  <a:pt x="8216" y="3916"/>
                </a:cubicBezTo>
                <a:cubicBezTo>
                  <a:pt x="7655" y="4223"/>
                  <a:pt x="7053" y="4419"/>
                  <a:pt x="6438" y="4592"/>
                </a:cubicBezTo>
                <a:cubicBezTo>
                  <a:pt x="5952" y="4730"/>
                  <a:pt x="5374" y="4818"/>
                  <a:pt x="4877" y="5011"/>
                </a:cubicBezTo>
                <a:cubicBezTo>
                  <a:pt x="5222" y="4548"/>
                  <a:pt x="5576" y="4091"/>
                  <a:pt x="5941" y="3639"/>
                </a:cubicBezTo>
                <a:cubicBezTo>
                  <a:pt x="6682" y="2726"/>
                  <a:pt x="7588" y="1999"/>
                  <a:pt x="8374" y="1131"/>
                </a:cubicBezTo>
                <a:cubicBezTo>
                  <a:pt x="8386" y="1120"/>
                  <a:pt x="8386" y="1082"/>
                  <a:pt x="8369" y="1082"/>
                </a:cubicBezTo>
                <a:cubicBezTo>
                  <a:pt x="8366" y="1082"/>
                  <a:pt x="8363" y="1084"/>
                  <a:pt x="8358" y="1087"/>
                </a:cubicBezTo>
                <a:cubicBezTo>
                  <a:pt x="7563" y="1733"/>
                  <a:pt x="6833" y="2395"/>
                  <a:pt x="6151" y="3091"/>
                </a:cubicBezTo>
                <a:cubicBezTo>
                  <a:pt x="6164" y="2909"/>
                  <a:pt x="6148" y="2726"/>
                  <a:pt x="6151" y="2544"/>
                </a:cubicBezTo>
                <a:cubicBezTo>
                  <a:pt x="6158" y="2236"/>
                  <a:pt x="6178" y="1925"/>
                  <a:pt x="6209" y="1625"/>
                </a:cubicBezTo>
                <a:cubicBezTo>
                  <a:pt x="6211" y="1595"/>
                  <a:pt x="6193" y="1576"/>
                  <a:pt x="6175" y="1576"/>
                </a:cubicBezTo>
                <a:cubicBezTo>
                  <a:pt x="6162" y="1576"/>
                  <a:pt x="6150" y="1585"/>
                  <a:pt x="6144" y="1608"/>
                </a:cubicBezTo>
                <a:cubicBezTo>
                  <a:pt x="6060" y="1952"/>
                  <a:pt x="6013" y="2300"/>
                  <a:pt x="5992" y="2655"/>
                </a:cubicBezTo>
                <a:cubicBezTo>
                  <a:pt x="5982" y="2845"/>
                  <a:pt x="5908" y="3101"/>
                  <a:pt x="5966" y="3291"/>
                </a:cubicBezTo>
                <a:cubicBezTo>
                  <a:pt x="5256" y="4038"/>
                  <a:pt x="4600" y="4832"/>
                  <a:pt x="3992" y="5693"/>
                </a:cubicBezTo>
                <a:cubicBezTo>
                  <a:pt x="3938" y="5399"/>
                  <a:pt x="3820" y="5098"/>
                  <a:pt x="3756" y="4824"/>
                </a:cubicBezTo>
                <a:cubicBezTo>
                  <a:pt x="3667" y="4443"/>
                  <a:pt x="3654" y="3987"/>
                  <a:pt x="3495" y="3625"/>
                </a:cubicBezTo>
                <a:lnTo>
                  <a:pt x="3492" y="3625"/>
                </a:lnTo>
                <a:cubicBezTo>
                  <a:pt x="3343" y="3905"/>
                  <a:pt x="3424" y="4321"/>
                  <a:pt x="3464" y="4622"/>
                </a:cubicBezTo>
                <a:cubicBezTo>
                  <a:pt x="3525" y="5058"/>
                  <a:pt x="3606" y="5538"/>
                  <a:pt x="3820" y="5933"/>
                </a:cubicBezTo>
                <a:cubicBezTo>
                  <a:pt x="3610" y="6237"/>
                  <a:pt x="3404" y="6548"/>
                  <a:pt x="3204" y="6869"/>
                </a:cubicBezTo>
                <a:cubicBezTo>
                  <a:pt x="2917" y="7335"/>
                  <a:pt x="2630" y="7822"/>
                  <a:pt x="2360" y="8319"/>
                </a:cubicBezTo>
                <a:cubicBezTo>
                  <a:pt x="2296" y="8025"/>
                  <a:pt x="2177" y="7734"/>
                  <a:pt x="2123" y="7444"/>
                </a:cubicBezTo>
                <a:cubicBezTo>
                  <a:pt x="2045" y="7055"/>
                  <a:pt x="1995" y="6660"/>
                  <a:pt x="1992" y="6261"/>
                </a:cubicBezTo>
                <a:cubicBezTo>
                  <a:pt x="1992" y="6230"/>
                  <a:pt x="1974" y="6210"/>
                  <a:pt x="1956" y="6210"/>
                </a:cubicBezTo>
                <a:cubicBezTo>
                  <a:pt x="1942" y="6210"/>
                  <a:pt x="1928" y="6222"/>
                  <a:pt x="1920" y="6248"/>
                </a:cubicBezTo>
                <a:cubicBezTo>
                  <a:pt x="1741" y="6953"/>
                  <a:pt x="1914" y="7927"/>
                  <a:pt x="2211" y="8606"/>
                </a:cubicBezTo>
                <a:cubicBezTo>
                  <a:pt x="2116" y="8785"/>
                  <a:pt x="2025" y="8968"/>
                  <a:pt x="1934" y="9150"/>
                </a:cubicBezTo>
                <a:cubicBezTo>
                  <a:pt x="1914" y="9171"/>
                  <a:pt x="1900" y="9194"/>
                  <a:pt x="1900" y="9224"/>
                </a:cubicBezTo>
                <a:cubicBezTo>
                  <a:pt x="1417" y="10225"/>
                  <a:pt x="1025" y="11269"/>
                  <a:pt x="812" y="12334"/>
                </a:cubicBezTo>
                <a:cubicBezTo>
                  <a:pt x="275" y="11100"/>
                  <a:pt x="464" y="9363"/>
                  <a:pt x="680" y="8123"/>
                </a:cubicBezTo>
                <a:cubicBezTo>
                  <a:pt x="933" y="6663"/>
                  <a:pt x="1532" y="5264"/>
                  <a:pt x="2397" y="4064"/>
                </a:cubicBezTo>
                <a:cubicBezTo>
                  <a:pt x="4086" y="1712"/>
                  <a:pt x="6509" y="523"/>
                  <a:pt x="9327" y="222"/>
                </a:cubicBezTo>
                <a:close/>
                <a:moveTo>
                  <a:pt x="9392" y="1"/>
                </a:moveTo>
                <a:cubicBezTo>
                  <a:pt x="9378" y="1"/>
                  <a:pt x="9365" y="4"/>
                  <a:pt x="9355" y="12"/>
                </a:cubicBezTo>
                <a:cubicBezTo>
                  <a:pt x="9237" y="7"/>
                  <a:pt x="9119" y="4"/>
                  <a:pt x="9002" y="4"/>
                </a:cubicBezTo>
                <a:cubicBezTo>
                  <a:pt x="5921" y="4"/>
                  <a:pt x="3055" y="2028"/>
                  <a:pt x="1535" y="4626"/>
                </a:cubicBezTo>
                <a:cubicBezTo>
                  <a:pt x="755" y="5957"/>
                  <a:pt x="284" y="7450"/>
                  <a:pt x="173" y="8991"/>
                </a:cubicBezTo>
                <a:cubicBezTo>
                  <a:pt x="86" y="10222"/>
                  <a:pt x="1" y="11705"/>
                  <a:pt x="690" y="12789"/>
                </a:cubicBezTo>
                <a:cubicBezTo>
                  <a:pt x="697" y="12886"/>
                  <a:pt x="800" y="13000"/>
                  <a:pt x="930" y="13000"/>
                </a:cubicBezTo>
                <a:cubicBezTo>
                  <a:pt x="937" y="13000"/>
                  <a:pt x="943" y="13000"/>
                  <a:pt x="950" y="13000"/>
                </a:cubicBezTo>
                <a:cubicBezTo>
                  <a:pt x="3600" y="12776"/>
                  <a:pt x="6242" y="11698"/>
                  <a:pt x="7807" y="9461"/>
                </a:cubicBezTo>
                <a:cubicBezTo>
                  <a:pt x="9733" y="6707"/>
                  <a:pt x="9851" y="3344"/>
                  <a:pt x="9530" y="120"/>
                </a:cubicBezTo>
                <a:cubicBezTo>
                  <a:pt x="9525" y="59"/>
                  <a:pt x="9448" y="1"/>
                  <a:pt x="9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 name="Google Shape;113;p2"/>
          <p:cNvGrpSpPr/>
          <p:nvPr/>
        </p:nvGrpSpPr>
        <p:grpSpPr>
          <a:xfrm rot="8999956">
            <a:off x="8178284" y="72684"/>
            <a:ext cx="581381" cy="933635"/>
            <a:chOff x="304350" y="3911000"/>
            <a:chExt cx="581394" cy="933655"/>
          </a:xfrm>
        </p:grpSpPr>
        <p:sp>
          <p:nvSpPr>
            <p:cNvPr id="114" name="Google Shape;114;p2"/>
            <p:cNvSpPr/>
            <p:nvPr/>
          </p:nvSpPr>
          <p:spPr>
            <a:xfrm>
              <a:off x="317622" y="4003813"/>
              <a:ext cx="91581" cy="114345"/>
            </a:xfrm>
            <a:custGeom>
              <a:avLst/>
              <a:gdLst/>
              <a:ahLst/>
              <a:cxnLst/>
              <a:rect l="l" t="t" r="r" b="b"/>
              <a:pathLst>
                <a:path w="2084" h="2602" extrusionOk="0">
                  <a:moveTo>
                    <a:pt x="688" y="0"/>
                  </a:moveTo>
                  <a:cubicBezTo>
                    <a:pt x="328" y="0"/>
                    <a:pt x="1" y="379"/>
                    <a:pt x="201" y="1026"/>
                  </a:cubicBezTo>
                  <a:cubicBezTo>
                    <a:pt x="438" y="1797"/>
                    <a:pt x="1472" y="2405"/>
                    <a:pt x="2084" y="2601"/>
                  </a:cubicBezTo>
                  <a:cubicBezTo>
                    <a:pt x="2060" y="2375"/>
                    <a:pt x="2040" y="2145"/>
                    <a:pt x="2023" y="1915"/>
                  </a:cubicBezTo>
                  <a:cubicBezTo>
                    <a:pt x="1746" y="1273"/>
                    <a:pt x="1344" y="418"/>
                    <a:pt x="1084" y="168"/>
                  </a:cubicBezTo>
                  <a:cubicBezTo>
                    <a:pt x="965" y="54"/>
                    <a:pt x="824" y="0"/>
                    <a:pt x="6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2"/>
            <p:cNvSpPr/>
            <p:nvPr/>
          </p:nvSpPr>
          <p:spPr>
            <a:xfrm>
              <a:off x="440801" y="4042309"/>
              <a:ext cx="97031" cy="155565"/>
            </a:xfrm>
            <a:custGeom>
              <a:avLst/>
              <a:gdLst/>
              <a:ahLst/>
              <a:cxnLst/>
              <a:rect l="l" t="t" r="r" b="b"/>
              <a:pathLst>
                <a:path w="2208" h="3540" extrusionOk="0">
                  <a:moveTo>
                    <a:pt x="1702" y="0"/>
                  </a:moveTo>
                  <a:cubicBezTo>
                    <a:pt x="1282" y="0"/>
                    <a:pt x="653" y="806"/>
                    <a:pt x="389" y="1549"/>
                  </a:cubicBezTo>
                  <a:cubicBezTo>
                    <a:pt x="224" y="2013"/>
                    <a:pt x="92" y="2537"/>
                    <a:pt x="1" y="2952"/>
                  </a:cubicBezTo>
                  <a:cubicBezTo>
                    <a:pt x="41" y="3148"/>
                    <a:pt x="85" y="3344"/>
                    <a:pt x="129" y="3540"/>
                  </a:cubicBezTo>
                  <a:cubicBezTo>
                    <a:pt x="754" y="3125"/>
                    <a:pt x="1667" y="2120"/>
                    <a:pt x="1916" y="1431"/>
                  </a:cubicBezTo>
                  <a:cubicBezTo>
                    <a:pt x="2208" y="634"/>
                    <a:pt x="2150" y="43"/>
                    <a:pt x="1734" y="2"/>
                  </a:cubicBezTo>
                  <a:cubicBezTo>
                    <a:pt x="1723" y="1"/>
                    <a:pt x="1713" y="0"/>
                    <a:pt x="17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2"/>
            <p:cNvSpPr/>
            <p:nvPr/>
          </p:nvSpPr>
          <p:spPr>
            <a:xfrm>
              <a:off x="304350" y="4191285"/>
              <a:ext cx="144667" cy="109071"/>
            </a:xfrm>
            <a:custGeom>
              <a:avLst/>
              <a:gdLst/>
              <a:ahLst/>
              <a:cxnLst/>
              <a:rect l="l" t="t" r="r" b="b"/>
              <a:pathLst>
                <a:path w="3292" h="2482" extrusionOk="0">
                  <a:moveTo>
                    <a:pt x="575" y="1"/>
                  </a:moveTo>
                  <a:cubicBezTo>
                    <a:pt x="471" y="1"/>
                    <a:pt x="393" y="22"/>
                    <a:pt x="348" y="65"/>
                  </a:cubicBezTo>
                  <a:cubicBezTo>
                    <a:pt x="0" y="404"/>
                    <a:pt x="189" y="1336"/>
                    <a:pt x="1203" y="1901"/>
                  </a:cubicBezTo>
                  <a:cubicBezTo>
                    <a:pt x="1991" y="2340"/>
                    <a:pt x="2916" y="2451"/>
                    <a:pt x="3292" y="2481"/>
                  </a:cubicBezTo>
                  <a:cubicBezTo>
                    <a:pt x="3180" y="2154"/>
                    <a:pt x="3082" y="1826"/>
                    <a:pt x="2987" y="1495"/>
                  </a:cubicBezTo>
                  <a:cubicBezTo>
                    <a:pt x="2292" y="556"/>
                    <a:pt x="1104" y="1"/>
                    <a:pt x="5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2"/>
            <p:cNvSpPr/>
            <p:nvPr/>
          </p:nvSpPr>
          <p:spPr>
            <a:xfrm>
              <a:off x="507027" y="4204908"/>
              <a:ext cx="111884" cy="188700"/>
            </a:xfrm>
            <a:custGeom>
              <a:avLst/>
              <a:gdLst/>
              <a:ahLst/>
              <a:cxnLst/>
              <a:rect l="l" t="t" r="r" b="b"/>
              <a:pathLst>
                <a:path w="2546" h="4294" extrusionOk="0">
                  <a:moveTo>
                    <a:pt x="1792" y="0"/>
                  </a:moveTo>
                  <a:cubicBezTo>
                    <a:pt x="1287" y="0"/>
                    <a:pt x="754" y="628"/>
                    <a:pt x="389" y="1716"/>
                  </a:cubicBezTo>
                  <a:cubicBezTo>
                    <a:pt x="136" y="2480"/>
                    <a:pt x="38" y="3263"/>
                    <a:pt x="1" y="3804"/>
                  </a:cubicBezTo>
                  <a:cubicBezTo>
                    <a:pt x="75" y="3966"/>
                    <a:pt x="156" y="4132"/>
                    <a:pt x="238" y="4294"/>
                  </a:cubicBezTo>
                  <a:cubicBezTo>
                    <a:pt x="2546" y="2513"/>
                    <a:pt x="2356" y="245"/>
                    <a:pt x="2153" y="114"/>
                  </a:cubicBezTo>
                  <a:cubicBezTo>
                    <a:pt x="2036" y="37"/>
                    <a:pt x="1915" y="0"/>
                    <a:pt x="17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2"/>
            <p:cNvSpPr/>
            <p:nvPr/>
          </p:nvSpPr>
          <p:spPr>
            <a:xfrm>
              <a:off x="316699" y="4391765"/>
              <a:ext cx="234051" cy="117817"/>
            </a:xfrm>
            <a:custGeom>
              <a:avLst/>
              <a:gdLst/>
              <a:ahLst/>
              <a:cxnLst/>
              <a:rect l="l" t="t" r="r" b="b"/>
              <a:pathLst>
                <a:path w="5326" h="2681" extrusionOk="0">
                  <a:moveTo>
                    <a:pt x="764" y="0"/>
                  </a:moveTo>
                  <a:cubicBezTo>
                    <a:pt x="0" y="0"/>
                    <a:pt x="446" y="930"/>
                    <a:pt x="1074" y="1516"/>
                  </a:cubicBezTo>
                  <a:cubicBezTo>
                    <a:pt x="1680" y="2086"/>
                    <a:pt x="3818" y="2680"/>
                    <a:pt x="5176" y="2680"/>
                  </a:cubicBezTo>
                  <a:cubicBezTo>
                    <a:pt x="5227" y="2680"/>
                    <a:pt x="5277" y="2679"/>
                    <a:pt x="5325" y="2678"/>
                  </a:cubicBezTo>
                  <a:cubicBezTo>
                    <a:pt x="5230" y="2526"/>
                    <a:pt x="5133" y="2377"/>
                    <a:pt x="5041" y="2225"/>
                  </a:cubicBezTo>
                  <a:cubicBezTo>
                    <a:pt x="3970" y="1525"/>
                    <a:pt x="1838" y="184"/>
                    <a:pt x="1024" y="28"/>
                  </a:cubicBezTo>
                  <a:cubicBezTo>
                    <a:pt x="925" y="9"/>
                    <a:pt x="839"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2"/>
            <p:cNvSpPr/>
            <p:nvPr/>
          </p:nvSpPr>
          <p:spPr>
            <a:xfrm>
              <a:off x="608629" y="4335822"/>
              <a:ext cx="114872" cy="219989"/>
            </a:xfrm>
            <a:custGeom>
              <a:avLst/>
              <a:gdLst/>
              <a:ahLst/>
              <a:cxnLst/>
              <a:rect l="l" t="t" r="r" b="b"/>
              <a:pathLst>
                <a:path w="2614" h="5006" extrusionOk="0">
                  <a:moveTo>
                    <a:pt x="2283" y="1"/>
                  </a:moveTo>
                  <a:cubicBezTo>
                    <a:pt x="1944" y="1"/>
                    <a:pt x="1332" y="587"/>
                    <a:pt x="923" y="1285"/>
                  </a:cubicBezTo>
                  <a:cubicBezTo>
                    <a:pt x="179" y="2549"/>
                    <a:pt x="24" y="3985"/>
                    <a:pt x="0" y="4755"/>
                  </a:cubicBezTo>
                  <a:cubicBezTo>
                    <a:pt x="61" y="4840"/>
                    <a:pt x="122" y="4921"/>
                    <a:pt x="183" y="5005"/>
                  </a:cubicBezTo>
                  <a:cubicBezTo>
                    <a:pt x="899" y="3775"/>
                    <a:pt x="2085" y="2450"/>
                    <a:pt x="2454" y="926"/>
                  </a:cubicBezTo>
                  <a:cubicBezTo>
                    <a:pt x="2613" y="262"/>
                    <a:pt x="2509" y="1"/>
                    <a:pt x="22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2"/>
            <p:cNvSpPr/>
            <p:nvPr/>
          </p:nvSpPr>
          <p:spPr>
            <a:xfrm>
              <a:off x="351240" y="4538675"/>
              <a:ext cx="297815" cy="104281"/>
            </a:xfrm>
            <a:custGeom>
              <a:avLst/>
              <a:gdLst/>
              <a:ahLst/>
              <a:cxnLst/>
              <a:rect l="l" t="t" r="r" b="b"/>
              <a:pathLst>
                <a:path w="6777" h="2373" extrusionOk="0">
                  <a:moveTo>
                    <a:pt x="721" y="1"/>
                  </a:moveTo>
                  <a:cubicBezTo>
                    <a:pt x="456" y="1"/>
                    <a:pt x="264" y="66"/>
                    <a:pt x="207" y="230"/>
                  </a:cubicBezTo>
                  <a:cubicBezTo>
                    <a:pt x="1" y="808"/>
                    <a:pt x="1555" y="1626"/>
                    <a:pt x="3569" y="2075"/>
                  </a:cubicBezTo>
                  <a:cubicBezTo>
                    <a:pt x="4660" y="2316"/>
                    <a:pt x="5634" y="2373"/>
                    <a:pt x="6299" y="2373"/>
                  </a:cubicBezTo>
                  <a:cubicBezTo>
                    <a:pt x="6483" y="2373"/>
                    <a:pt x="6644" y="2368"/>
                    <a:pt x="6776" y="2362"/>
                  </a:cubicBezTo>
                  <a:cubicBezTo>
                    <a:pt x="6699" y="2272"/>
                    <a:pt x="6624" y="2180"/>
                    <a:pt x="6547" y="2089"/>
                  </a:cubicBezTo>
                  <a:cubicBezTo>
                    <a:pt x="5547" y="1714"/>
                    <a:pt x="3691" y="1011"/>
                    <a:pt x="3103" y="714"/>
                  </a:cubicBezTo>
                  <a:cubicBezTo>
                    <a:pt x="2513" y="416"/>
                    <a:pt x="1387" y="1"/>
                    <a:pt x="7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2"/>
            <p:cNvSpPr/>
            <p:nvPr/>
          </p:nvSpPr>
          <p:spPr>
            <a:xfrm>
              <a:off x="734094" y="4511736"/>
              <a:ext cx="128495" cy="193885"/>
            </a:xfrm>
            <a:custGeom>
              <a:avLst/>
              <a:gdLst/>
              <a:ahLst/>
              <a:cxnLst/>
              <a:rect l="l" t="t" r="r" b="b"/>
              <a:pathLst>
                <a:path w="2924" h="4412" extrusionOk="0">
                  <a:moveTo>
                    <a:pt x="2220" y="1"/>
                  </a:moveTo>
                  <a:cubicBezTo>
                    <a:pt x="1691" y="1"/>
                    <a:pt x="820" y="789"/>
                    <a:pt x="447" y="1661"/>
                  </a:cubicBezTo>
                  <a:cubicBezTo>
                    <a:pt x="85" y="2503"/>
                    <a:pt x="1" y="3510"/>
                    <a:pt x="21" y="4196"/>
                  </a:cubicBezTo>
                  <a:cubicBezTo>
                    <a:pt x="88" y="4270"/>
                    <a:pt x="157" y="4341"/>
                    <a:pt x="224" y="4412"/>
                  </a:cubicBezTo>
                  <a:cubicBezTo>
                    <a:pt x="491" y="3912"/>
                    <a:pt x="1041" y="2902"/>
                    <a:pt x="1457" y="2293"/>
                  </a:cubicBezTo>
                  <a:cubicBezTo>
                    <a:pt x="2160" y="1266"/>
                    <a:pt x="2924" y="712"/>
                    <a:pt x="2542" y="161"/>
                  </a:cubicBezTo>
                  <a:cubicBezTo>
                    <a:pt x="2465" y="50"/>
                    <a:pt x="2353" y="1"/>
                    <a:pt x="222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2"/>
            <p:cNvSpPr/>
            <p:nvPr/>
          </p:nvSpPr>
          <p:spPr>
            <a:xfrm>
              <a:off x="436055" y="4691561"/>
              <a:ext cx="329895" cy="87143"/>
            </a:xfrm>
            <a:custGeom>
              <a:avLst/>
              <a:gdLst/>
              <a:ahLst/>
              <a:cxnLst/>
              <a:rect l="l" t="t" r="r" b="b"/>
              <a:pathLst>
                <a:path w="7507" h="1983" extrusionOk="0">
                  <a:moveTo>
                    <a:pt x="1488" y="1"/>
                  </a:moveTo>
                  <a:cubicBezTo>
                    <a:pt x="721" y="1"/>
                    <a:pt x="209" y="211"/>
                    <a:pt x="129" y="550"/>
                  </a:cubicBezTo>
                  <a:cubicBezTo>
                    <a:pt x="0" y="1104"/>
                    <a:pt x="1288" y="1550"/>
                    <a:pt x="3715" y="1878"/>
                  </a:cubicBezTo>
                  <a:cubicBezTo>
                    <a:pt x="4269" y="1953"/>
                    <a:pt x="4787" y="1982"/>
                    <a:pt x="5256" y="1982"/>
                  </a:cubicBezTo>
                  <a:cubicBezTo>
                    <a:pt x="6280" y="1982"/>
                    <a:pt x="7072" y="1844"/>
                    <a:pt x="7506" y="1746"/>
                  </a:cubicBezTo>
                  <a:cubicBezTo>
                    <a:pt x="7449" y="1692"/>
                    <a:pt x="7391" y="1634"/>
                    <a:pt x="7333" y="1580"/>
                  </a:cubicBezTo>
                  <a:cubicBezTo>
                    <a:pt x="6303" y="1364"/>
                    <a:pt x="4596" y="681"/>
                    <a:pt x="3214" y="276"/>
                  </a:cubicBezTo>
                  <a:cubicBezTo>
                    <a:pt x="2566" y="86"/>
                    <a:pt x="1975" y="1"/>
                    <a:pt x="14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2"/>
            <p:cNvSpPr/>
            <p:nvPr/>
          </p:nvSpPr>
          <p:spPr>
            <a:xfrm>
              <a:off x="402349" y="3911000"/>
              <a:ext cx="483395" cy="933655"/>
            </a:xfrm>
            <a:custGeom>
              <a:avLst/>
              <a:gdLst/>
              <a:ahLst/>
              <a:cxnLst/>
              <a:rect l="l" t="t" r="r" b="b"/>
              <a:pathLst>
                <a:path w="11000" h="21246" extrusionOk="0">
                  <a:moveTo>
                    <a:pt x="638" y="0"/>
                  </a:moveTo>
                  <a:cubicBezTo>
                    <a:pt x="624" y="0"/>
                    <a:pt x="609" y="10"/>
                    <a:pt x="598" y="33"/>
                  </a:cubicBezTo>
                  <a:cubicBezTo>
                    <a:pt x="71" y="1216"/>
                    <a:pt x="1" y="2655"/>
                    <a:pt x="95" y="4027"/>
                  </a:cubicBezTo>
                  <a:cubicBezTo>
                    <a:pt x="112" y="4257"/>
                    <a:pt x="132" y="4487"/>
                    <a:pt x="156" y="4713"/>
                  </a:cubicBezTo>
                  <a:cubicBezTo>
                    <a:pt x="193" y="5058"/>
                    <a:pt x="237" y="5396"/>
                    <a:pt x="285" y="5717"/>
                  </a:cubicBezTo>
                  <a:cubicBezTo>
                    <a:pt x="392" y="6443"/>
                    <a:pt x="558" y="7164"/>
                    <a:pt x="757" y="7873"/>
                  </a:cubicBezTo>
                  <a:cubicBezTo>
                    <a:pt x="852" y="8204"/>
                    <a:pt x="950" y="8532"/>
                    <a:pt x="1062" y="8859"/>
                  </a:cubicBezTo>
                  <a:cubicBezTo>
                    <a:pt x="1423" y="9918"/>
                    <a:pt x="1873" y="10948"/>
                    <a:pt x="2386" y="11928"/>
                  </a:cubicBezTo>
                  <a:cubicBezTo>
                    <a:pt x="2609" y="12347"/>
                    <a:pt x="2846" y="12760"/>
                    <a:pt x="3092" y="13165"/>
                  </a:cubicBezTo>
                  <a:cubicBezTo>
                    <a:pt x="3184" y="13317"/>
                    <a:pt x="3281" y="13466"/>
                    <a:pt x="3376" y="13618"/>
                  </a:cubicBezTo>
                  <a:cubicBezTo>
                    <a:pt x="3988" y="14577"/>
                    <a:pt x="4664" y="15494"/>
                    <a:pt x="5384" y="16372"/>
                  </a:cubicBezTo>
                  <a:cubicBezTo>
                    <a:pt x="5461" y="16463"/>
                    <a:pt x="5536" y="16555"/>
                    <a:pt x="5613" y="16645"/>
                  </a:cubicBezTo>
                  <a:cubicBezTo>
                    <a:pt x="5745" y="16804"/>
                    <a:pt x="5873" y="16967"/>
                    <a:pt x="6009" y="17119"/>
                  </a:cubicBezTo>
                  <a:cubicBezTo>
                    <a:pt x="6675" y="17882"/>
                    <a:pt x="7367" y="18640"/>
                    <a:pt x="8100" y="19342"/>
                  </a:cubicBezTo>
                  <a:cubicBezTo>
                    <a:pt x="8158" y="19396"/>
                    <a:pt x="8216" y="19454"/>
                    <a:pt x="8273" y="19508"/>
                  </a:cubicBezTo>
                  <a:cubicBezTo>
                    <a:pt x="8337" y="19565"/>
                    <a:pt x="8401" y="19630"/>
                    <a:pt x="8465" y="19691"/>
                  </a:cubicBezTo>
                  <a:cubicBezTo>
                    <a:pt x="9094" y="20262"/>
                    <a:pt x="9844" y="21059"/>
                    <a:pt x="10702" y="21241"/>
                  </a:cubicBezTo>
                  <a:cubicBezTo>
                    <a:pt x="10714" y="21244"/>
                    <a:pt x="10727" y="21245"/>
                    <a:pt x="10741" y="21245"/>
                  </a:cubicBezTo>
                  <a:cubicBezTo>
                    <a:pt x="10857" y="21245"/>
                    <a:pt x="10999" y="21156"/>
                    <a:pt x="10902" y="21029"/>
                  </a:cubicBezTo>
                  <a:cubicBezTo>
                    <a:pt x="10435" y="20421"/>
                    <a:pt x="9746" y="19967"/>
                    <a:pt x="9178" y="19457"/>
                  </a:cubicBezTo>
                  <a:cubicBezTo>
                    <a:pt x="8688" y="19022"/>
                    <a:pt x="8225" y="18555"/>
                    <a:pt x="7773" y="18082"/>
                  </a:cubicBezTo>
                  <a:cubicBezTo>
                    <a:pt x="7706" y="18011"/>
                    <a:pt x="7637" y="17940"/>
                    <a:pt x="7570" y="17866"/>
                  </a:cubicBezTo>
                  <a:cubicBezTo>
                    <a:pt x="7300" y="17578"/>
                    <a:pt x="7032" y="17288"/>
                    <a:pt x="6769" y="16997"/>
                  </a:cubicBezTo>
                  <a:cubicBezTo>
                    <a:pt x="6100" y="16254"/>
                    <a:pt x="5471" y="15477"/>
                    <a:pt x="4877" y="14672"/>
                  </a:cubicBezTo>
                  <a:cubicBezTo>
                    <a:pt x="4816" y="14588"/>
                    <a:pt x="4755" y="14507"/>
                    <a:pt x="4694" y="14422"/>
                  </a:cubicBezTo>
                  <a:cubicBezTo>
                    <a:pt x="4086" y="13577"/>
                    <a:pt x="3525" y="12696"/>
                    <a:pt x="3028" y="11779"/>
                  </a:cubicBezTo>
                  <a:cubicBezTo>
                    <a:pt x="2886" y="11516"/>
                    <a:pt x="2751" y="11249"/>
                    <a:pt x="2620" y="10982"/>
                  </a:cubicBezTo>
                  <a:cubicBezTo>
                    <a:pt x="2538" y="10820"/>
                    <a:pt x="2457" y="10654"/>
                    <a:pt x="2383" y="10492"/>
                  </a:cubicBezTo>
                  <a:cubicBezTo>
                    <a:pt x="1788" y="9208"/>
                    <a:pt x="1322" y="7883"/>
                    <a:pt x="1004" y="6528"/>
                  </a:cubicBezTo>
                  <a:cubicBezTo>
                    <a:pt x="960" y="6332"/>
                    <a:pt x="916" y="6136"/>
                    <a:pt x="876" y="5940"/>
                  </a:cubicBezTo>
                  <a:cubicBezTo>
                    <a:pt x="497" y="4038"/>
                    <a:pt x="416" y="2081"/>
                    <a:pt x="706" y="100"/>
                  </a:cubicBezTo>
                  <a:cubicBezTo>
                    <a:pt x="714" y="57"/>
                    <a:pt x="675" y="0"/>
                    <a:pt x="6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 name="Google Shape;124;p2"/>
          <p:cNvGrpSpPr/>
          <p:nvPr/>
        </p:nvGrpSpPr>
        <p:grpSpPr>
          <a:xfrm>
            <a:off x="6412996" y="206415"/>
            <a:ext cx="698711" cy="666171"/>
            <a:chOff x="984375" y="2346230"/>
            <a:chExt cx="468336" cy="446495"/>
          </a:xfrm>
        </p:grpSpPr>
        <p:sp>
          <p:nvSpPr>
            <p:cNvPr id="125" name="Google Shape;125;p2"/>
            <p:cNvSpPr/>
            <p:nvPr/>
          </p:nvSpPr>
          <p:spPr>
            <a:xfrm>
              <a:off x="1139896" y="2346230"/>
              <a:ext cx="312816" cy="368096"/>
            </a:xfrm>
            <a:custGeom>
              <a:avLst/>
              <a:gdLst/>
              <a:ahLst/>
              <a:cxnLst/>
              <a:rect l="l" t="t" r="r" b="b"/>
              <a:pathLst>
                <a:path w="8024" h="9442" extrusionOk="0">
                  <a:moveTo>
                    <a:pt x="2655" y="2271"/>
                  </a:moveTo>
                  <a:cubicBezTo>
                    <a:pt x="3185" y="2271"/>
                    <a:pt x="3508" y="3208"/>
                    <a:pt x="3086" y="3691"/>
                  </a:cubicBezTo>
                  <a:cubicBezTo>
                    <a:pt x="2907" y="3895"/>
                    <a:pt x="2638" y="4014"/>
                    <a:pt x="2369" y="4014"/>
                  </a:cubicBezTo>
                  <a:cubicBezTo>
                    <a:pt x="2348" y="4014"/>
                    <a:pt x="2327" y="4013"/>
                    <a:pt x="2306" y="4012"/>
                  </a:cubicBezTo>
                  <a:cubicBezTo>
                    <a:pt x="2204" y="4005"/>
                    <a:pt x="2100" y="3978"/>
                    <a:pt x="2022" y="3914"/>
                  </a:cubicBezTo>
                  <a:cubicBezTo>
                    <a:pt x="1829" y="3765"/>
                    <a:pt x="1846" y="3474"/>
                    <a:pt x="1886" y="3238"/>
                  </a:cubicBezTo>
                  <a:cubicBezTo>
                    <a:pt x="1937" y="2964"/>
                    <a:pt x="2008" y="2677"/>
                    <a:pt x="2211" y="2484"/>
                  </a:cubicBezTo>
                  <a:cubicBezTo>
                    <a:pt x="2367" y="2334"/>
                    <a:pt x="2518" y="2271"/>
                    <a:pt x="2655" y="2271"/>
                  </a:cubicBezTo>
                  <a:close/>
                  <a:moveTo>
                    <a:pt x="4035" y="6913"/>
                  </a:moveTo>
                  <a:cubicBezTo>
                    <a:pt x="4604" y="6913"/>
                    <a:pt x="5210" y="7741"/>
                    <a:pt x="4695" y="8114"/>
                  </a:cubicBezTo>
                  <a:cubicBezTo>
                    <a:pt x="4582" y="8199"/>
                    <a:pt x="4435" y="8219"/>
                    <a:pt x="4293" y="8219"/>
                  </a:cubicBezTo>
                  <a:cubicBezTo>
                    <a:pt x="4281" y="8219"/>
                    <a:pt x="4270" y="8219"/>
                    <a:pt x="4259" y="8219"/>
                  </a:cubicBezTo>
                  <a:cubicBezTo>
                    <a:pt x="3951" y="8216"/>
                    <a:pt x="3606" y="8117"/>
                    <a:pt x="3468" y="7844"/>
                  </a:cubicBezTo>
                  <a:cubicBezTo>
                    <a:pt x="3390" y="7688"/>
                    <a:pt x="3397" y="7492"/>
                    <a:pt x="3471" y="7334"/>
                  </a:cubicBezTo>
                  <a:cubicBezTo>
                    <a:pt x="3613" y="7031"/>
                    <a:pt x="3821" y="6913"/>
                    <a:pt x="4035" y="6913"/>
                  </a:cubicBezTo>
                  <a:close/>
                  <a:moveTo>
                    <a:pt x="3373" y="0"/>
                  </a:moveTo>
                  <a:cubicBezTo>
                    <a:pt x="3358" y="0"/>
                    <a:pt x="3342" y="0"/>
                    <a:pt x="3326" y="1"/>
                  </a:cubicBezTo>
                  <a:cubicBezTo>
                    <a:pt x="1" y="38"/>
                    <a:pt x="18" y="4752"/>
                    <a:pt x="72" y="5918"/>
                  </a:cubicBezTo>
                  <a:cubicBezTo>
                    <a:pt x="498" y="6306"/>
                    <a:pt x="869" y="6773"/>
                    <a:pt x="1147" y="7161"/>
                  </a:cubicBezTo>
                  <a:cubicBezTo>
                    <a:pt x="1542" y="7715"/>
                    <a:pt x="1859" y="8354"/>
                    <a:pt x="2025" y="9017"/>
                  </a:cubicBezTo>
                  <a:cubicBezTo>
                    <a:pt x="2837" y="9279"/>
                    <a:pt x="3763" y="9442"/>
                    <a:pt x="4614" y="9442"/>
                  </a:cubicBezTo>
                  <a:cubicBezTo>
                    <a:pt x="5883" y="9442"/>
                    <a:pt x="6985" y="9079"/>
                    <a:pt x="7297" y="8138"/>
                  </a:cubicBezTo>
                  <a:cubicBezTo>
                    <a:pt x="8023" y="5948"/>
                    <a:pt x="4647" y="5154"/>
                    <a:pt x="4647" y="5154"/>
                  </a:cubicBezTo>
                  <a:cubicBezTo>
                    <a:pt x="4647" y="5154"/>
                    <a:pt x="7097" y="0"/>
                    <a:pt x="3373"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2"/>
            <p:cNvSpPr/>
            <p:nvPr/>
          </p:nvSpPr>
          <p:spPr>
            <a:xfrm>
              <a:off x="1211160" y="2434726"/>
              <a:ext cx="65495" cy="68029"/>
            </a:xfrm>
            <a:custGeom>
              <a:avLst/>
              <a:gdLst/>
              <a:ahLst/>
              <a:cxnLst/>
              <a:rect l="l" t="t" r="r" b="b"/>
              <a:pathLst>
                <a:path w="1680" h="1745" extrusionOk="0">
                  <a:moveTo>
                    <a:pt x="827" y="1"/>
                  </a:moveTo>
                  <a:cubicBezTo>
                    <a:pt x="690" y="1"/>
                    <a:pt x="539" y="64"/>
                    <a:pt x="383" y="214"/>
                  </a:cubicBezTo>
                  <a:cubicBezTo>
                    <a:pt x="180" y="407"/>
                    <a:pt x="109" y="694"/>
                    <a:pt x="58" y="968"/>
                  </a:cubicBezTo>
                  <a:cubicBezTo>
                    <a:pt x="18" y="1204"/>
                    <a:pt x="1" y="1495"/>
                    <a:pt x="194" y="1644"/>
                  </a:cubicBezTo>
                  <a:cubicBezTo>
                    <a:pt x="272" y="1708"/>
                    <a:pt x="376" y="1735"/>
                    <a:pt x="478" y="1742"/>
                  </a:cubicBezTo>
                  <a:cubicBezTo>
                    <a:pt x="499" y="1743"/>
                    <a:pt x="520" y="1744"/>
                    <a:pt x="541" y="1744"/>
                  </a:cubicBezTo>
                  <a:cubicBezTo>
                    <a:pt x="810" y="1744"/>
                    <a:pt x="1079" y="1625"/>
                    <a:pt x="1258" y="1421"/>
                  </a:cubicBezTo>
                  <a:cubicBezTo>
                    <a:pt x="1680" y="938"/>
                    <a:pt x="1357" y="1"/>
                    <a:pt x="8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2"/>
            <p:cNvSpPr/>
            <p:nvPr/>
          </p:nvSpPr>
          <p:spPr>
            <a:xfrm>
              <a:off x="1272016" y="2615733"/>
              <a:ext cx="71031" cy="50953"/>
            </a:xfrm>
            <a:custGeom>
              <a:avLst/>
              <a:gdLst/>
              <a:ahLst/>
              <a:cxnLst/>
              <a:rect l="l" t="t" r="r" b="b"/>
              <a:pathLst>
                <a:path w="1822" h="1307" extrusionOk="0">
                  <a:moveTo>
                    <a:pt x="646" y="0"/>
                  </a:moveTo>
                  <a:cubicBezTo>
                    <a:pt x="432" y="0"/>
                    <a:pt x="224" y="118"/>
                    <a:pt x="82" y="421"/>
                  </a:cubicBezTo>
                  <a:cubicBezTo>
                    <a:pt x="8" y="579"/>
                    <a:pt x="1" y="775"/>
                    <a:pt x="79" y="931"/>
                  </a:cubicBezTo>
                  <a:cubicBezTo>
                    <a:pt x="217" y="1204"/>
                    <a:pt x="562" y="1303"/>
                    <a:pt x="870" y="1306"/>
                  </a:cubicBezTo>
                  <a:cubicBezTo>
                    <a:pt x="881" y="1306"/>
                    <a:pt x="892" y="1306"/>
                    <a:pt x="904" y="1306"/>
                  </a:cubicBezTo>
                  <a:cubicBezTo>
                    <a:pt x="1046" y="1306"/>
                    <a:pt x="1193" y="1286"/>
                    <a:pt x="1306" y="1201"/>
                  </a:cubicBezTo>
                  <a:cubicBezTo>
                    <a:pt x="1821" y="828"/>
                    <a:pt x="1215" y="0"/>
                    <a:pt x="6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2"/>
            <p:cNvSpPr/>
            <p:nvPr/>
          </p:nvSpPr>
          <p:spPr>
            <a:xfrm>
              <a:off x="984375" y="2470319"/>
              <a:ext cx="249543" cy="322406"/>
            </a:xfrm>
            <a:custGeom>
              <a:avLst/>
              <a:gdLst/>
              <a:ahLst/>
              <a:cxnLst/>
              <a:rect l="l" t="t" r="r" b="b"/>
              <a:pathLst>
                <a:path w="6401" h="8270" extrusionOk="0">
                  <a:moveTo>
                    <a:pt x="1000" y="0"/>
                  </a:moveTo>
                  <a:cubicBezTo>
                    <a:pt x="974" y="0"/>
                    <a:pt x="947" y="2"/>
                    <a:pt x="920" y="4"/>
                  </a:cubicBezTo>
                  <a:cubicBezTo>
                    <a:pt x="58" y="82"/>
                    <a:pt x="1" y="1457"/>
                    <a:pt x="789" y="1457"/>
                  </a:cubicBezTo>
                  <a:cubicBezTo>
                    <a:pt x="851" y="1457"/>
                    <a:pt x="918" y="1448"/>
                    <a:pt x="990" y="1430"/>
                  </a:cubicBezTo>
                  <a:cubicBezTo>
                    <a:pt x="1031" y="1420"/>
                    <a:pt x="1024" y="1319"/>
                    <a:pt x="981" y="1319"/>
                  </a:cubicBezTo>
                  <a:cubicBezTo>
                    <a:pt x="976" y="1319"/>
                    <a:pt x="971" y="1319"/>
                    <a:pt x="966" y="1319"/>
                  </a:cubicBezTo>
                  <a:cubicBezTo>
                    <a:pt x="97" y="1319"/>
                    <a:pt x="395" y="232"/>
                    <a:pt x="1059" y="232"/>
                  </a:cubicBezTo>
                  <a:cubicBezTo>
                    <a:pt x="1131" y="232"/>
                    <a:pt x="1208" y="245"/>
                    <a:pt x="1288" y="274"/>
                  </a:cubicBezTo>
                  <a:cubicBezTo>
                    <a:pt x="1687" y="420"/>
                    <a:pt x="1869" y="913"/>
                    <a:pt x="1954" y="1288"/>
                  </a:cubicBezTo>
                  <a:cubicBezTo>
                    <a:pt x="1998" y="1491"/>
                    <a:pt x="2021" y="1701"/>
                    <a:pt x="2011" y="1907"/>
                  </a:cubicBezTo>
                  <a:cubicBezTo>
                    <a:pt x="2011" y="1991"/>
                    <a:pt x="1994" y="2072"/>
                    <a:pt x="1987" y="2157"/>
                  </a:cubicBezTo>
                  <a:cubicBezTo>
                    <a:pt x="1842" y="2316"/>
                    <a:pt x="1792" y="2542"/>
                    <a:pt x="1910" y="2796"/>
                  </a:cubicBezTo>
                  <a:cubicBezTo>
                    <a:pt x="2129" y="3272"/>
                    <a:pt x="2545" y="3482"/>
                    <a:pt x="2934" y="3809"/>
                  </a:cubicBezTo>
                  <a:cubicBezTo>
                    <a:pt x="3309" y="4123"/>
                    <a:pt x="3643" y="4479"/>
                    <a:pt x="3958" y="4853"/>
                  </a:cubicBezTo>
                  <a:cubicBezTo>
                    <a:pt x="4749" y="5800"/>
                    <a:pt x="5762" y="7063"/>
                    <a:pt x="6131" y="8236"/>
                  </a:cubicBezTo>
                  <a:cubicBezTo>
                    <a:pt x="6138" y="8260"/>
                    <a:pt x="6149" y="8269"/>
                    <a:pt x="6160" y="8269"/>
                  </a:cubicBezTo>
                  <a:cubicBezTo>
                    <a:pt x="6192" y="8269"/>
                    <a:pt x="6229" y="8194"/>
                    <a:pt x="6229" y="8161"/>
                  </a:cubicBezTo>
                  <a:cubicBezTo>
                    <a:pt x="6188" y="7350"/>
                    <a:pt x="6401" y="6668"/>
                    <a:pt x="6201" y="5854"/>
                  </a:cubicBezTo>
                  <a:cubicBezTo>
                    <a:pt x="6201" y="5847"/>
                    <a:pt x="6198" y="5840"/>
                    <a:pt x="6198" y="5834"/>
                  </a:cubicBezTo>
                  <a:cubicBezTo>
                    <a:pt x="6032" y="5171"/>
                    <a:pt x="5715" y="4532"/>
                    <a:pt x="5320" y="3978"/>
                  </a:cubicBezTo>
                  <a:cubicBezTo>
                    <a:pt x="5042" y="3590"/>
                    <a:pt x="4671" y="3123"/>
                    <a:pt x="4245" y="2735"/>
                  </a:cubicBezTo>
                  <a:cubicBezTo>
                    <a:pt x="3751" y="2286"/>
                    <a:pt x="3183" y="1934"/>
                    <a:pt x="2595" y="1917"/>
                  </a:cubicBezTo>
                  <a:cubicBezTo>
                    <a:pt x="2587" y="1916"/>
                    <a:pt x="2579" y="1916"/>
                    <a:pt x="2571" y="1916"/>
                  </a:cubicBezTo>
                  <a:cubicBezTo>
                    <a:pt x="2462" y="1916"/>
                    <a:pt x="2359" y="1936"/>
                    <a:pt x="2264" y="1971"/>
                  </a:cubicBezTo>
                  <a:cubicBezTo>
                    <a:pt x="2268" y="1582"/>
                    <a:pt x="2116" y="1089"/>
                    <a:pt x="2032" y="879"/>
                  </a:cubicBezTo>
                  <a:cubicBezTo>
                    <a:pt x="1854" y="443"/>
                    <a:pt x="1504" y="0"/>
                    <a:pt x="10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9" name="Google Shape;129;p2"/>
          <p:cNvGrpSpPr/>
          <p:nvPr/>
        </p:nvGrpSpPr>
        <p:grpSpPr>
          <a:xfrm>
            <a:off x="7409316" y="1960758"/>
            <a:ext cx="1165712" cy="731889"/>
            <a:chOff x="6925510" y="205316"/>
            <a:chExt cx="905688" cy="530354"/>
          </a:xfrm>
        </p:grpSpPr>
        <p:sp>
          <p:nvSpPr>
            <p:cNvPr id="130" name="Google Shape;130;p2"/>
            <p:cNvSpPr/>
            <p:nvPr/>
          </p:nvSpPr>
          <p:spPr>
            <a:xfrm>
              <a:off x="7093437" y="213374"/>
              <a:ext cx="568549" cy="515598"/>
            </a:xfrm>
            <a:custGeom>
              <a:avLst/>
              <a:gdLst/>
              <a:ahLst/>
              <a:cxnLst/>
              <a:rect l="l" t="t" r="r" b="b"/>
              <a:pathLst>
                <a:path w="12626" h="11775" extrusionOk="0">
                  <a:moveTo>
                    <a:pt x="6402" y="0"/>
                  </a:moveTo>
                  <a:cubicBezTo>
                    <a:pt x="3247" y="0"/>
                    <a:pt x="0" y="2876"/>
                    <a:pt x="0" y="6031"/>
                  </a:cubicBezTo>
                  <a:cubicBezTo>
                    <a:pt x="0" y="9187"/>
                    <a:pt x="3115" y="11775"/>
                    <a:pt x="6270" y="11775"/>
                  </a:cubicBezTo>
                  <a:cubicBezTo>
                    <a:pt x="9426" y="11775"/>
                    <a:pt x="12626" y="9028"/>
                    <a:pt x="12626" y="5874"/>
                  </a:cubicBezTo>
                  <a:cubicBezTo>
                    <a:pt x="12626" y="2717"/>
                    <a:pt x="9557" y="0"/>
                    <a:pt x="64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2"/>
            <p:cNvSpPr/>
            <p:nvPr/>
          </p:nvSpPr>
          <p:spPr>
            <a:xfrm>
              <a:off x="7077360" y="205316"/>
              <a:ext cx="624386" cy="530354"/>
            </a:xfrm>
            <a:custGeom>
              <a:avLst/>
              <a:gdLst/>
              <a:ahLst/>
              <a:cxnLst/>
              <a:rect l="l" t="t" r="r" b="b"/>
              <a:pathLst>
                <a:path w="13866" h="12112" extrusionOk="0">
                  <a:moveTo>
                    <a:pt x="6777" y="1"/>
                  </a:moveTo>
                  <a:cubicBezTo>
                    <a:pt x="6538" y="1"/>
                    <a:pt x="6299" y="14"/>
                    <a:pt x="6061" y="40"/>
                  </a:cubicBezTo>
                  <a:cubicBezTo>
                    <a:pt x="5899" y="59"/>
                    <a:pt x="5989" y="300"/>
                    <a:pt x="6113" y="312"/>
                  </a:cubicBezTo>
                  <a:cubicBezTo>
                    <a:pt x="8982" y="563"/>
                    <a:pt x="11936" y="1718"/>
                    <a:pt x="12620" y="4868"/>
                  </a:cubicBezTo>
                  <a:cubicBezTo>
                    <a:pt x="13326" y="8114"/>
                    <a:pt x="10901" y="11034"/>
                    <a:pt x="7741" y="11637"/>
                  </a:cubicBezTo>
                  <a:cubicBezTo>
                    <a:pt x="7365" y="11709"/>
                    <a:pt x="6985" y="11743"/>
                    <a:pt x="6606" y="11743"/>
                  </a:cubicBezTo>
                  <a:cubicBezTo>
                    <a:pt x="3778" y="11743"/>
                    <a:pt x="1014" y="9808"/>
                    <a:pt x="785" y="6834"/>
                  </a:cubicBezTo>
                  <a:cubicBezTo>
                    <a:pt x="555" y="3847"/>
                    <a:pt x="2656" y="811"/>
                    <a:pt x="5730" y="475"/>
                  </a:cubicBezTo>
                  <a:cubicBezTo>
                    <a:pt x="5862" y="460"/>
                    <a:pt x="5763" y="246"/>
                    <a:pt x="5659" y="244"/>
                  </a:cubicBezTo>
                  <a:cubicBezTo>
                    <a:pt x="5626" y="243"/>
                    <a:pt x="5594" y="243"/>
                    <a:pt x="5561" y="243"/>
                  </a:cubicBezTo>
                  <a:cubicBezTo>
                    <a:pt x="2938" y="243"/>
                    <a:pt x="740" y="2849"/>
                    <a:pt x="378" y="5296"/>
                  </a:cubicBezTo>
                  <a:cubicBezTo>
                    <a:pt x="1" y="7847"/>
                    <a:pt x="1097" y="10165"/>
                    <a:pt x="3417" y="11341"/>
                  </a:cubicBezTo>
                  <a:cubicBezTo>
                    <a:pt x="4440" y="11859"/>
                    <a:pt x="5511" y="12112"/>
                    <a:pt x="6571" y="12112"/>
                  </a:cubicBezTo>
                  <a:cubicBezTo>
                    <a:pt x="8042" y="12112"/>
                    <a:pt x="9492" y="11626"/>
                    <a:pt x="10766" y="10691"/>
                  </a:cubicBezTo>
                  <a:cubicBezTo>
                    <a:pt x="12937" y="9099"/>
                    <a:pt x="13866" y="6430"/>
                    <a:pt x="12822" y="3871"/>
                  </a:cubicBezTo>
                  <a:cubicBezTo>
                    <a:pt x="11847" y="1479"/>
                    <a:pt x="9317" y="1"/>
                    <a:pt x="6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2"/>
            <p:cNvSpPr/>
            <p:nvPr/>
          </p:nvSpPr>
          <p:spPr>
            <a:xfrm>
              <a:off x="6925510" y="360379"/>
              <a:ext cx="905688" cy="259660"/>
            </a:xfrm>
            <a:custGeom>
              <a:avLst/>
              <a:gdLst/>
              <a:ahLst/>
              <a:cxnLst/>
              <a:rect l="l" t="t" r="r" b="b"/>
              <a:pathLst>
                <a:path w="20113" h="5930" extrusionOk="0">
                  <a:moveTo>
                    <a:pt x="16657" y="1"/>
                  </a:moveTo>
                  <a:cubicBezTo>
                    <a:pt x="16439" y="1"/>
                    <a:pt x="16237" y="20"/>
                    <a:pt x="16067" y="60"/>
                  </a:cubicBezTo>
                  <a:cubicBezTo>
                    <a:pt x="15914" y="95"/>
                    <a:pt x="16073" y="324"/>
                    <a:pt x="16180" y="325"/>
                  </a:cubicBezTo>
                  <a:cubicBezTo>
                    <a:pt x="16845" y="330"/>
                    <a:pt x="19241" y="410"/>
                    <a:pt x="18563" y="1628"/>
                  </a:cubicBezTo>
                  <a:cubicBezTo>
                    <a:pt x="18243" y="2202"/>
                    <a:pt x="17451" y="2549"/>
                    <a:pt x="16881" y="2811"/>
                  </a:cubicBezTo>
                  <a:cubicBezTo>
                    <a:pt x="14924" y="3710"/>
                    <a:pt x="12785" y="4282"/>
                    <a:pt x="10682" y="4712"/>
                  </a:cubicBezTo>
                  <a:cubicBezTo>
                    <a:pt x="8818" y="5095"/>
                    <a:pt x="6905" y="5405"/>
                    <a:pt x="5006" y="5541"/>
                  </a:cubicBezTo>
                  <a:cubicBezTo>
                    <a:pt x="4909" y="5547"/>
                    <a:pt x="4759" y="5553"/>
                    <a:pt x="4576" y="5553"/>
                  </a:cubicBezTo>
                  <a:cubicBezTo>
                    <a:pt x="3425" y="5553"/>
                    <a:pt x="955" y="5349"/>
                    <a:pt x="1947" y="4098"/>
                  </a:cubicBezTo>
                  <a:cubicBezTo>
                    <a:pt x="2398" y="3528"/>
                    <a:pt x="3165" y="3113"/>
                    <a:pt x="3797" y="2785"/>
                  </a:cubicBezTo>
                  <a:cubicBezTo>
                    <a:pt x="3898" y="2733"/>
                    <a:pt x="3795" y="2553"/>
                    <a:pt x="3700" y="2553"/>
                  </a:cubicBezTo>
                  <a:cubicBezTo>
                    <a:pt x="3695" y="2553"/>
                    <a:pt x="3691" y="2554"/>
                    <a:pt x="3687" y="2554"/>
                  </a:cubicBezTo>
                  <a:cubicBezTo>
                    <a:pt x="2393" y="2794"/>
                    <a:pt x="1" y="4784"/>
                    <a:pt x="2166" y="5597"/>
                  </a:cubicBezTo>
                  <a:cubicBezTo>
                    <a:pt x="2830" y="5847"/>
                    <a:pt x="3527" y="5929"/>
                    <a:pt x="4229" y="5929"/>
                  </a:cubicBezTo>
                  <a:cubicBezTo>
                    <a:pt x="4872" y="5929"/>
                    <a:pt x="5520" y="5860"/>
                    <a:pt x="6151" y="5786"/>
                  </a:cubicBezTo>
                  <a:cubicBezTo>
                    <a:pt x="7890" y="5584"/>
                    <a:pt x="9624" y="5329"/>
                    <a:pt x="11337" y="4961"/>
                  </a:cubicBezTo>
                  <a:cubicBezTo>
                    <a:pt x="12763" y="4653"/>
                    <a:pt x="14174" y="4268"/>
                    <a:pt x="15547" y="3774"/>
                  </a:cubicBezTo>
                  <a:cubicBezTo>
                    <a:pt x="16593" y="3399"/>
                    <a:pt x="17822" y="2999"/>
                    <a:pt x="18648" y="2205"/>
                  </a:cubicBezTo>
                  <a:cubicBezTo>
                    <a:pt x="20112" y="800"/>
                    <a:pt x="18053" y="1"/>
                    <a:pt x="166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2"/>
            <p:cNvSpPr/>
            <p:nvPr/>
          </p:nvSpPr>
          <p:spPr>
            <a:xfrm>
              <a:off x="7368361" y="296401"/>
              <a:ext cx="63222" cy="55523"/>
            </a:xfrm>
            <a:custGeom>
              <a:avLst/>
              <a:gdLst/>
              <a:ahLst/>
              <a:cxnLst/>
              <a:rect l="l" t="t" r="r" b="b"/>
              <a:pathLst>
                <a:path w="1404" h="1268" extrusionOk="0">
                  <a:moveTo>
                    <a:pt x="853" y="427"/>
                  </a:moveTo>
                  <a:lnTo>
                    <a:pt x="853" y="427"/>
                  </a:lnTo>
                  <a:cubicBezTo>
                    <a:pt x="853" y="427"/>
                    <a:pt x="859" y="430"/>
                    <a:pt x="873" y="436"/>
                  </a:cubicBezTo>
                  <a:cubicBezTo>
                    <a:pt x="872" y="435"/>
                    <a:pt x="871" y="435"/>
                    <a:pt x="870" y="434"/>
                  </a:cubicBezTo>
                  <a:lnTo>
                    <a:pt x="870" y="434"/>
                  </a:lnTo>
                  <a:cubicBezTo>
                    <a:pt x="860" y="430"/>
                    <a:pt x="853" y="427"/>
                    <a:pt x="853" y="427"/>
                  </a:cubicBezTo>
                  <a:close/>
                  <a:moveTo>
                    <a:pt x="486" y="0"/>
                  </a:moveTo>
                  <a:cubicBezTo>
                    <a:pt x="213" y="0"/>
                    <a:pt x="1" y="394"/>
                    <a:pt x="25" y="636"/>
                  </a:cubicBezTo>
                  <a:cubicBezTo>
                    <a:pt x="60" y="1003"/>
                    <a:pt x="440" y="1243"/>
                    <a:pt x="781" y="1266"/>
                  </a:cubicBezTo>
                  <a:cubicBezTo>
                    <a:pt x="797" y="1267"/>
                    <a:pt x="812" y="1267"/>
                    <a:pt x="827" y="1267"/>
                  </a:cubicBezTo>
                  <a:cubicBezTo>
                    <a:pt x="1087" y="1267"/>
                    <a:pt x="1323" y="1108"/>
                    <a:pt x="1360" y="835"/>
                  </a:cubicBezTo>
                  <a:cubicBezTo>
                    <a:pt x="1404" y="523"/>
                    <a:pt x="1159" y="276"/>
                    <a:pt x="871" y="210"/>
                  </a:cubicBezTo>
                  <a:cubicBezTo>
                    <a:pt x="862" y="208"/>
                    <a:pt x="854" y="207"/>
                    <a:pt x="847" y="207"/>
                  </a:cubicBezTo>
                  <a:cubicBezTo>
                    <a:pt x="746" y="207"/>
                    <a:pt x="793" y="399"/>
                    <a:pt x="870" y="434"/>
                  </a:cubicBezTo>
                  <a:lnTo>
                    <a:pt x="870" y="434"/>
                  </a:lnTo>
                  <a:cubicBezTo>
                    <a:pt x="894" y="444"/>
                    <a:pt x="936" y="462"/>
                    <a:pt x="946" y="469"/>
                  </a:cubicBezTo>
                  <a:cubicBezTo>
                    <a:pt x="1003" y="507"/>
                    <a:pt x="1041" y="545"/>
                    <a:pt x="1061" y="612"/>
                  </a:cubicBezTo>
                  <a:cubicBezTo>
                    <a:pt x="1079" y="677"/>
                    <a:pt x="1070" y="747"/>
                    <a:pt x="1041" y="806"/>
                  </a:cubicBezTo>
                  <a:cubicBezTo>
                    <a:pt x="984" y="924"/>
                    <a:pt x="872" y="972"/>
                    <a:pt x="753" y="972"/>
                  </a:cubicBezTo>
                  <a:cubicBezTo>
                    <a:pt x="710" y="972"/>
                    <a:pt x="666" y="965"/>
                    <a:pt x="623" y="953"/>
                  </a:cubicBezTo>
                  <a:cubicBezTo>
                    <a:pt x="416" y="896"/>
                    <a:pt x="247" y="740"/>
                    <a:pt x="332" y="516"/>
                  </a:cubicBezTo>
                  <a:cubicBezTo>
                    <a:pt x="396" y="353"/>
                    <a:pt x="615" y="276"/>
                    <a:pt x="618" y="99"/>
                  </a:cubicBezTo>
                  <a:cubicBezTo>
                    <a:pt x="618" y="67"/>
                    <a:pt x="608" y="24"/>
                    <a:pt x="574" y="14"/>
                  </a:cubicBezTo>
                  <a:cubicBezTo>
                    <a:pt x="544" y="5"/>
                    <a:pt x="515" y="0"/>
                    <a:pt x="4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2"/>
            <p:cNvSpPr/>
            <p:nvPr/>
          </p:nvSpPr>
          <p:spPr>
            <a:xfrm>
              <a:off x="7477926" y="310939"/>
              <a:ext cx="82855" cy="61609"/>
            </a:xfrm>
            <a:custGeom>
              <a:avLst/>
              <a:gdLst/>
              <a:ahLst/>
              <a:cxnLst/>
              <a:rect l="l" t="t" r="r" b="b"/>
              <a:pathLst>
                <a:path w="1840" h="1407" extrusionOk="0">
                  <a:moveTo>
                    <a:pt x="493" y="1"/>
                  </a:moveTo>
                  <a:cubicBezTo>
                    <a:pt x="211" y="1"/>
                    <a:pt x="0" y="306"/>
                    <a:pt x="28" y="579"/>
                  </a:cubicBezTo>
                  <a:cubicBezTo>
                    <a:pt x="59" y="897"/>
                    <a:pt x="297" y="1181"/>
                    <a:pt x="580" y="1314"/>
                  </a:cubicBezTo>
                  <a:cubicBezTo>
                    <a:pt x="706" y="1373"/>
                    <a:pt x="855" y="1406"/>
                    <a:pt x="1003" y="1406"/>
                  </a:cubicBezTo>
                  <a:cubicBezTo>
                    <a:pt x="1226" y="1406"/>
                    <a:pt x="1447" y="1331"/>
                    <a:pt x="1587" y="1157"/>
                  </a:cubicBezTo>
                  <a:cubicBezTo>
                    <a:pt x="1840" y="841"/>
                    <a:pt x="1576" y="383"/>
                    <a:pt x="1222" y="290"/>
                  </a:cubicBezTo>
                  <a:cubicBezTo>
                    <a:pt x="1216" y="288"/>
                    <a:pt x="1211" y="287"/>
                    <a:pt x="1206" y="287"/>
                  </a:cubicBezTo>
                  <a:cubicBezTo>
                    <a:pt x="1147" y="287"/>
                    <a:pt x="1170" y="407"/>
                    <a:pt x="1194" y="434"/>
                  </a:cubicBezTo>
                  <a:cubicBezTo>
                    <a:pt x="1298" y="551"/>
                    <a:pt x="1444" y="672"/>
                    <a:pt x="1392" y="845"/>
                  </a:cubicBezTo>
                  <a:cubicBezTo>
                    <a:pt x="1363" y="942"/>
                    <a:pt x="1279" y="1012"/>
                    <a:pt x="1193" y="1054"/>
                  </a:cubicBezTo>
                  <a:cubicBezTo>
                    <a:pt x="1109" y="1096"/>
                    <a:pt x="1014" y="1117"/>
                    <a:pt x="919" y="1117"/>
                  </a:cubicBezTo>
                  <a:cubicBezTo>
                    <a:pt x="765" y="1117"/>
                    <a:pt x="610" y="1064"/>
                    <a:pt x="496" y="966"/>
                  </a:cubicBezTo>
                  <a:cubicBezTo>
                    <a:pt x="366" y="853"/>
                    <a:pt x="264" y="666"/>
                    <a:pt x="315" y="491"/>
                  </a:cubicBezTo>
                  <a:cubicBezTo>
                    <a:pt x="368" y="303"/>
                    <a:pt x="567" y="308"/>
                    <a:pt x="650" y="166"/>
                  </a:cubicBezTo>
                  <a:cubicBezTo>
                    <a:pt x="679" y="116"/>
                    <a:pt x="664" y="33"/>
                    <a:pt x="603" y="16"/>
                  </a:cubicBezTo>
                  <a:cubicBezTo>
                    <a:pt x="565" y="6"/>
                    <a:pt x="528" y="1"/>
                    <a:pt x="4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2"/>
            <p:cNvSpPr/>
            <p:nvPr/>
          </p:nvSpPr>
          <p:spPr>
            <a:xfrm>
              <a:off x="7504540" y="416781"/>
              <a:ext cx="57999" cy="46590"/>
            </a:xfrm>
            <a:custGeom>
              <a:avLst/>
              <a:gdLst/>
              <a:ahLst/>
              <a:cxnLst/>
              <a:rect l="l" t="t" r="r" b="b"/>
              <a:pathLst>
                <a:path w="1288" h="1064" extrusionOk="0">
                  <a:moveTo>
                    <a:pt x="371" y="0"/>
                  </a:moveTo>
                  <a:cubicBezTo>
                    <a:pt x="166" y="0"/>
                    <a:pt x="22" y="154"/>
                    <a:pt x="11" y="383"/>
                  </a:cubicBezTo>
                  <a:cubicBezTo>
                    <a:pt x="1" y="620"/>
                    <a:pt x="135" y="869"/>
                    <a:pt x="342" y="984"/>
                  </a:cubicBezTo>
                  <a:cubicBezTo>
                    <a:pt x="436" y="1037"/>
                    <a:pt x="550" y="1064"/>
                    <a:pt x="666" y="1064"/>
                  </a:cubicBezTo>
                  <a:cubicBezTo>
                    <a:pt x="826" y="1064"/>
                    <a:pt x="988" y="1011"/>
                    <a:pt x="1097" y="902"/>
                  </a:cubicBezTo>
                  <a:cubicBezTo>
                    <a:pt x="1288" y="711"/>
                    <a:pt x="1163" y="430"/>
                    <a:pt x="948" y="322"/>
                  </a:cubicBezTo>
                  <a:cubicBezTo>
                    <a:pt x="943" y="320"/>
                    <a:pt x="938" y="318"/>
                    <a:pt x="933" y="318"/>
                  </a:cubicBezTo>
                  <a:cubicBezTo>
                    <a:pt x="896" y="318"/>
                    <a:pt x="896" y="408"/>
                    <a:pt x="912" y="429"/>
                  </a:cubicBezTo>
                  <a:cubicBezTo>
                    <a:pt x="1046" y="605"/>
                    <a:pt x="962" y="725"/>
                    <a:pt x="768" y="786"/>
                  </a:cubicBezTo>
                  <a:cubicBezTo>
                    <a:pt x="711" y="804"/>
                    <a:pt x="648" y="815"/>
                    <a:pt x="585" y="815"/>
                  </a:cubicBezTo>
                  <a:cubicBezTo>
                    <a:pt x="491" y="815"/>
                    <a:pt x="398" y="791"/>
                    <a:pt x="329" y="729"/>
                  </a:cubicBezTo>
                  <a:cubicBezTo>
                    <a:pt x="103" y="527"/>
                    <a:pt x="218" y="201"/>
                    <a:pt x="490" y="134"/>
                  </a:cubicBezTo>
                  <a:cubicBezTo>
                    <a:pt x="531" y="124"/>
                    <a:pt x="525" y="25"/>
                    <a:pt x="486" y="16"/>
                  </a:cubicBezTo>
                  <a:cubicBezTo>
                    <a:pt x="446" y="5"/>
                    <a:pt x="408" y="0"/>
                    <a:pt x="3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6" name="Google Shape;136;p2"/>
          <p:cNvSpPr/>
          <p:nvPr/>
        </p:nvSpPr>
        <p:spPr>
          <a:xfrm>
            <a:off x="7520150" y="3045500"/>
            <a:ext cx="250092" cy="181358"/>
          </a:xfrm>
          <a:custGeom>
            <a:avLst/>
            <a:gdLst/>
            <a:ahLst/>
            <a:cxnLst/>
            <a:rect l="l" t="t" r="r" b="b"/>
            <a:pathLst>
              <a:path w="7168" h="5198" extrusionOk="0">
                <a:moveTo>
                  <a:pt x="5467" y="1"/>
                </a:moveTo>
                <a:cubicBezTo>
                  <a:pt x="4475" y="1"/>
                  <a:pt x="3844" y="1080"/>
                  <a:pt x="3880" y="2028"/>
                </a:cubicBezTo>
                <a:cubicBezTo>
                  <a:pt x="3880" y="2028"/>
                  <a:pt x="2956" y="1084"/>
                  <a:pt x="2052" y="1084"/>
                </a:cubicBezTo>
                <a:cubicBezTo>
                  <a:pt x="1687" y="1084"/>
                  <a:pt x="1324" y="1239"/>
                  <a:pt x="1027" y="1673"/>
                </a:cubicBezTo>
                <a:cubicBezTo>
                  <a:pt x="0" y="3177"/>
                  <a:pt x="1781" y="4285"/>
                  <a:pt x="2889" y="4684"/>
                </a:cubicBezTo>
                <a:cubicBezTo>
                  <a:pt x="3998" y="5079"/>
                  <a:pt x="4988" y="5198"/>
                  <a:pt x="4988" y="5198"/>
                </a:cubicBezTo>
                <a:cubicBezTo>
                  <a:pt x="4988" y="5198"/>
                  <a:pt x="6110" y="3941"/>
                  <a:pt x="6708" y="2423"/>
                </a:cubicBezTo>
                <a:cubicBezTo>
                  <a:pt x="7168" y="1258"/>
                  <a:pt x="6843" y="129"/>
                  <a:pt x="5600" y="7"/>
                </a:cubicBezTo>
                <a:cubicBezTo>
                  <a:pt x="5555" y="3"/>
                  <a:pt x="5511" y="1"/>
                  <a:pt x="54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2"/>
          <p:cNvSpPr/>
          <p:nvPr/>
        </p:nvSpPr>
        <p:spPr>
          <a:xfrm>
            <a:off x="6637301" y="4234771"/>
            <a:ext cx="250092" cy="247231"/>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2"/>
          <p:cNvSpPr/>
          <p:nvPr/>
        </p:nvSpPr>
        <p:spPr>
          <a:xfrm>
            <a:off x="6260060" y="4658960"/>
            <a:ext cx="267320" cy="241825"/>
          </a:xfrm>
          <a:custGeom>
            <a:avLst/>
            <a:gdLst/>
            <a:ahLst/>
            <a:cxnLst/>
            <a:rect l="l" t="t" r="r" b="b"/>
            <a:pathLst>
              <a:path w="6134" h="5549" extrusionOk="0">
                <a:moveTo>
                  <a:pt x="4706" y="0"/>
                </a:moveTo>
                <a:cubicBezTo>
                  <a:pt x="4450" y="0"/>
                  <a:pt x="4175" y="126"/>
                  <a:pt x="3954" y="286"/>
                </a:cubicBezTo>
                <a:cubicBezTo>
                  <a:pt x="3480" y="625"/>
                  <a:pt x="3307" y="1238"/>
                  <a:pt x="3222" y="1799"/>
                </a:cubicBezTo>
                <a:lnTo>
                  <a:pt x="3222" y="1799"/>
                </a:lnTo>
                <a:cubicBezTo>
                  <a:pt x="3245" y="1594"/>
                  <a:pt x="2891" y="952"/>
                  <a:pt x="2798" y="765"/>
                </a:cubicBezTo>
                <a:cubicBezTo>
                  <a:pt x="2660" y="485"/>
                  <a:pt x="2454" y="296"/>
                  <a:pt x="2159" y="150"/>
                </a:cubicBezTo>
                <a:cubicBezTo>
                  <a:pt x="1994" y="67"/>
                  <a:pt x="1803" y="12"/>
                  <a:pt x="1619" y="12"/>
                </a:cubicBezTo>
                <a:cubicBezTo>
                  <a:pt x="1468" y="12"/>
                  <a:pt x="1323" y="49"/>
                  <a:pt x="1200" y="137"/>
                </a:cubicBezTo>
                <a:cubicBezTo>
                  <a:pt x="970" y="303"/>
                  <a:pt x="885" y="610"/>
                  <a:pt x="899" y="894"/>
                </a:cubicBezTo>
                <a:cubicBezTo>
                  <a:pt x="929" y="1495"/>
                  <a:pt x="1386" y="2050"/>
                  <a:pt x="1970" y="2195"/>
                </a:cubicBezTo>
                <a:cubicBezTo>
                  <a:pt x="1362" y="2215"/>
                  <a:pt x="787" y="2330"/>
                  <a:pt x="321" y="2722"/>
                </a:cubicBezTo>
                <a:cubicBezTo>
                  <a:pt x="227" y="2803"/>
                  <a:pt x="88" y="2986"/>
                  <a:pt x="61" y="3117"/>
                </a:cubicBezTo>
                <a:cubicBezTo>
                  <a:pt x="0" y="3385"/>
                  <a:pt x="61" y="3678"/>
                  <a:pt x="274" y="3854"/>
                </a:cubicBezTo>
                <a:cubicBezTo>
                  <a:pt x="487" y="4026"/>
                  <a:pt x="774" y="4084"/>
                  <a:pt x="1047" y="4090"/>
                </a:cubicBezTo>
                <a:cubicBezTo>
                  <a:pt x="1069" y="4091"/>
                  <a:pt x="1090" y="4091"/>
                  <a:pt x="1111" y="4091"/>
                </a:cubicBezTo>
                <a:cubicBezTo>
                  <a:pt x="1347" y="4091"/>
                  <a:pt x="1582" y="4054"/>
                  <a:pt x="1808" y="3986"/>
                </a:cubicBezTo>
                <a:cubicBezTo>
                  <a:pt x="2044" y="3915"/>
                  <a:pt x="2247" y="3763"/>
                  <a:pt x="2470" y="3689"/>
                </a:cubicBezTo>
                <a:lnTo>
                  <a:pt x="2470" y="3689"/>
                </a:lnTo>
                <a:cubicBezTo>
                  <a:pt x="2359" y="3982"/>
                  <a:pt x="2267" y="4263"/>
                  <a:pt x="2257" y="4581"/>
                </a:cubicBezTo>
                <a:cubicBezTo>
                  <a:pt x="2251" y="4851"/>
                  <a:pt x="2339" y="5138"/>
                  <a:pt x="2545" y="5324"/>
                </a:cubicBezTo>
                <a:cubicBezTo>
                  <a:pt x="2713" y="5474"/>
                  <a:pt x="2935" y="5548"/>
                  <a:pt x="3156" y="5548"/>
                </a:cubicBezTo>
                <a:cubicBezTo>
                  <a:pt x="3259" y="5548"/>
                  <a:pt x="3362" y="5532"/>
                  <a:pt x="3460" y="5500"/>
                </a:cubicBezTo>
                <a:cubicBezTo>
                  <a:pt x="3562" y="5466"/>
                  <a:pt x="3663" y="5416"/>
                  <a:pt x="3747" y="5351"/>
                </a:cubicBezTo>
                <a:cubicBezTo>
                  <a:pt x="3950" y="5193"/>
                  <a:pt x="4068" y="4939"/>
                  <a:pt x="4099" y="4686"/>
                </a:cubicBezTo>
                <a:cubicBezTo>
                  <a:pt x="4126" y="4469"/>
                  <a:pt x="4092" y="4253"/>
                  <a:pt x="4031" y="4047"/>
                </a:cubicBezTo>
                <a:cubicBezTo>
                  <a:pt x="3974" y="3861"/>
                  <a:pt x="3923" y="3685"/>
                  <a:pt x="3822" y="3510"/>
                </a:cubicBezTo>
                <a:lnTo>
                  <a:pt x="3822" y="3510"/>
                </a:lnTo>
                <a:cubicBezTo>
                  <a:pt x="4221" y="3763"/>
                  <a:pt x="4508" y="4104"/>
                  <a:pt x="5008" y="4141"/>
                </a:cubicBezTo>
                <a:cubicBezTo>
                  <a:pt x="5038" y="4144"/>
                  <a:pt x="5068" y="4145"/>
                  <a:pt x="5098" y="4145"/>
                </a:cubicBezTo>
                <a:cubicBezTo>
                  <a:pt x="5465" y="4145"/>
                  <a:pt x="5814" y="3974"/>
                  <a:pt x="5961" y="3617"/>
                </a:cubicBezTo>
                <a:cubicBezTo>
                  <a:pt x="6133" y="3202"/>
                  <a:pt x="5931" y="2671"/>
                  <a:pt x="5525" y="2479"/>
                </a:cubicBezTo>
                <a:cubicBezTo>
                  <a:pt x="5383" y="2415"/>
                  <a:pt x="5227" y="2384"/>
                  <a:pt x="5073" y="2357"/>
                </a:cubicBezTo>
                <a:cubicBezTo>
                  <a:pt x="4903" y="2326"/>
                  <a:pt x="4731" y="2296"/>
                  <a:pt x="4562" y="2266"/>
                </a:cubicBezTo>
                <a:cubicBezTo>
                  <a:pt x="5029" y="1995"/>
                  <a:pt x="5349" y="1492"/>
                  <a:pt x="5400" y="955"/>
                </a:cubicBezTo>
                <a:cubicBezTo>
                  <a:pt x="5417" y="755"/>
                  <a:pt x="5397" y="546"/>
                  <a:pt x="5299" y="370"/>
                </a:cubicBezTo>
                <a:cubicBezTo>
                  <a:pt x="5152" y="101"/>
                  <a:pt x="4936" y="0"/>
                  <a:pt x="47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2"/>
          <p:cNvSpPr/>
          <p:nvPr/>
        </p:nvSpPr>
        <p:spPr>
          <a:xfrm>
            <a:off x="5648726" y="415883"/>
            <a:ext cx="250092" cy="247231"/>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 name="Google Shape;140;p2"/>
          <p:cNvSpPr txBox="1">
            <a:spLocks noGrp="1"/>
          </p:cNvSpPr>
          <p:nvPr>
            <p:ph type="ctrTitle"/>
          </p:nvPr>
        </p:nvSpPr>
        <p:spPr>
          <a:xfrm>
            <a:off x="2173675" y="1384100"/>
            <a:ext cx="4753800" cy="21060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41" name="Google Shape;141;p2"/>
          <p:cNvSpPr txBox="1">
            <a:spLocks noGrp="1"/>
          </p:cNvSpPr>
          <p:nvPr>
            <p:ph type="subTitle" idx="1"/>
          </p:nvPr>
        </p:nvSpPr>
        <p:spPr>
          <a:xfrm>
            <a:off x="2646600" y="3508675"/>
            <a:ext cx="3807900" cy="5058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08"/>
        <p:cNvGrpSpPr/>
        <p:nvPr/>
      </p:nvGrpSpPr>
      <p:grpSpPr>
        <a:xfrm>
          <a:off x="0" y="0"/>
          <a:ext cx="0" cy="0"/>
          <a:chOff x="0" y="0"/>
          <a:chExt cx="0" cy="0"/>
        </a:xfrm>
      </p:grpSpPr>
      <p:sp>
        <p:nvSpPr>
          <p:cNvPr id="509" name="Google Shape;509;p9"/>
          <p:cNvSpPr/>
          <p:nvPr/>
        </p:nvSpPr>
        <p:spPr>
          <a:xfrm rot="22">
            <a:off x="2011050" y="1747265"/>
            <a:ext cx="5040236" cy="1335521"/>
          </a:xfrm>
          <a:custGeom>
            <a:avLst/>
            <a:gdLst/>
            <a:ahLst/>
            <a:cxnLst/>
            <a:rect l="l" t="t" r="r" b="b"/>
            <a:pathLst>
              <a:path w="12626" h="11775" extrusionOk="0">
                <a:moveTo>
                  <a:pt x="6401" y="0"/>
                </a:moveTo>
                <a:cubicBezTo>
                  <a:pt x="3246" y="0"/>
                  <a:pt x="0" y="2876"/>
                  <a:pt x="0" y="6031"/>
                </a:cubicBezTo>
                <a:cubicBezTo>
                  <a:pt x="0" y="9187"/>
                  <a:pt x="3114" y="11775"/>
                  <a:pt x="6270" y="11775"/>
                </a:cubicBezTo>
                <a:cubicBezTo>
                  <a:pt x="9425" y="11775"/>
                  <a:pt x="12626" y="9029"/>
                  <a:pt x="12626" y="5874"/>
                </a:cubicBezTo>
                <a:cubicBezTo>
                  <a:pt x="12626" y="2718"/>
                  <a:pt x="9557" y="0"/>
                  <a:pt x="6401" y="0"/>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9"/>
          <p:cNvSpPr txBox="1">
            <a:spLocks noGrp="1"/>
          </p:cNvSpPr>
          <p:nvPr>
            <p:ph type="title"/>
          </p:nvPr>
        </p:nvSpPr>
        <p:spPr>
          <a:xfrm>
            <a:off x="2146250" y="1354400"/>
            <a:ext cx="4851600" cy="1731900"/>
          </a:xfrm>
          <a:prstGeom prst="rect">
            <a:avLst/>
          </a:prstGeom>
        </p:spPr>
        <p:txBody>
          <a:bodyPr spcFirstLastPara="1" wrap="square" lIns="91425" tIns="91425" rIns="91425" bIns="91425" anchor="ctr" anchorCtr="0">
            <a:noAutofit/>
          </a:bodyPr>
          <a:lstStyle>
            <a:lvl1pPr lvl="0" algn="ctr">
              <a:spcBef>
                <a:spcPts val="0"/>
              </a:spcBef>
              <a:spcAft>
                <a:spcPts val="0"/>
              </a:spcAft>
              <a:buSzPts val="4200"/>
              <a:buNone/>
              <a:defRPr sz="13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511" name="Google Shape;511;p9"/>
          <p:cNvSpPr txBox="1">
            <a:spLocks noGrp="1"/>
          </p:cNvSpPr>
          <p:nvPr>
            <p:ph type="subTitle" idx="1"/>
          </p:nvPr>
        </p:nvSpPr>
        <p:spPr>
          <a:xfrm>
            <a:off x="1567550" y="3529584"/>
            <a:ext cx="6025200" cy="4938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14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12" name="Google Shape;512;p9"/>
          <p:cNvSpPr/>
          <p:nvPr/>
        </p:nvSpPr>
        <p:spPr>
          <a:xfrm>
            <a:off x="8579178" y="786197"/>
            <a:ext cx="394320" cy="342692"/>
          </a:xfrm>
          <a:custGeom>
            <a:avLst/>
            <a:gdLst/>
            <a:ahLst/>
            <a:cxnLst/>
            <a:rect l="l" t="t" r="r" b="b"/>
            <a:pathLst>
              <a:path w="8119" h="7056" extrusionOk="0">
                <a:moveTo>
                  <a:pt x="4366" y="0"/>
                </a:moveTo>
                <a:cubicBezTo>
                  <a:pt x="4363" y="0"/>
                  <a:pt x="4360" y="0"/>
                  <a:pt x="4357" y="0"/>
                </a:cubicBezTo>
                <a:cubicBezTo>
                  <a:pt x="3867" y="24"/>
                  <a:pt x="3232" y="2454"/>
                  <a:pt x="3232" y="2454"/>
                </a:cubicBezTo>
                <a:cubicBezTo>
                  <a:pt x="3232" y="2454"/>
                  <a:pt x="2054" y="2337"/>
                  <a:pt x="1183" y="2337"/>
                </a:cubicBezTo>
                <a:cubicBezTo>
                  <a:pt x="748" y="2337"/>
                  <a:pt x="389" y="2366"/>
                  <a:pt x="292" y="2454"/>
                </a:cubicBezTo>
                <a:cubicBezTo>
                  <a:pt x="1" y="2721"/>
                  <a:pt x="2546" y="4430"/>
                  <a:pt x="2546" y="4430"/>
                </a:cubicBezTo>
                <a:cubicBezTo>
                  <a:pt x="2546" y="4430"/>
                  <a:pt x="1613" y="6684"/>
                  <a:pt x="2056" y="6975"/>
                </a:cubicBezTo>
                <a:cubicBezTo>
                  <a:pt x="2088" y="6997"/>
                  <a:pt x="2128" y="7007"/>
                  <a:pt x="2174" y="7007"/>
                </a:cubicBezTo>
                <a:cubicBezTo>
                  <a:pt x="2757" y="7007"/>
                  <a:pt x="4357" y="5411"/>
                  <a:pt x="4357" y="5411"/>
                </a:cubicBezTo>
                <a:cubicBezTo>
                  <a:pt x="4357" y="5411"/>
                  <a:pt x="6235" y="7055"/>
                  <a:pt x="6745" y="7055"/>
                </a:cubicBezTo>
                <a:cubicBezTo>
                  <a:pt x="6794" y="7055"/>
                  <a:pt x="6830" y="7041"/>
                  <a:pt x="6851" y="7008"/>
                </a:cubicBezTo>
                <a:cubicBezTo>
                  <a:pt x="7097" y="6634"/>
                  <a:pt x="6070" y="4089"/>
                  <a:pt x="6070" y="4089"/>
                </a:cubicBezTo>
                <a:cubicBezTo>
                  <a:pt x="6070" y="4089"/>
                  <a:pt x="8118" y="2876"/>
                  <a:pt x="8047" y="2454"/>
                </a:cubicBezTo>
                <a:cubicBezTo>
                  <a:pt x="8014" y="2260"/>
                  <a:pt x="7474" y="2207"/>
                  <a:pt x="6903" y="2207"/>
                </a:cubicBezTo>
                <a:cubicBezTo>
                  <a:pt x="6240" y="2207"/>
                  <a:pt x="5536" y="2278"/>
                  <a:pt x="5536" y="2278"/>
                </a:cubicBezTo>
                <a:cubicBezTo>
                  <a:pt x="5536" y="2278"/>
                  <a:pt x="4947" y="0"/>
                  <a:pt x="43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3" name="Google Shape;513;p9"/>
          <p:cNvSpPr/>
          <p:nvPr/>
        </p:nvSpPr>
        <p:spPr>
          <a:xfrm>
            <a:off x="816483" y="409488"/>
            <a:ext cx="933677" cy="530243"/>
          </a:xfrm>
          <a:custGeom>
            <a:avLst/>
            <a:gdLst/>
            <a:ahLst/>
            <a:cxnLst/>
            <a:rect l="l" t="t" r="r" b="b"/>
            <a:pathLst>
              <a:path w="19195" h="10901" extrusionOk="0">
                <a:moveTo>
                  <a:pt x="10311" y="1"/>
                </a:moveTo>
                <a:cubicBezTo>
                  <a:pt x="6378" y="1"/>
                  <a:pt x="2305" y="2415"/>
                  <a:pt x="0" y="5483"/>
                </a:cubicBezTo>
                <a:lnTo>
                  <a:pt x="2622" y="7052"/>
                </a:lnTo>
                <a:cubicBezTo>
                  <a:pt x="2835" y="6649"/>
                  <a:pt x="2977" y="6220"/>
                  <a:pt x="3257" y="5848"/>
                </a:cubicBezTo>
                <a:cubicBezTo>
                  <a:pt x="3558" y="5453"/>
                  <a:pt x="3917" y="5078"/>
                  <a:pt x="4288" y="4750"/>
                </a:cubicBezTo>
                <a:cubicBezTo>
                  <a:pt x="4907" y="4206"/>
                  <a:pt x="5637" y="3800"/>
                  <a:pt x="6397" y="3490"/>
                </a:cubicBezTo>
                <a:cubicBezTo>
                  <a:pt x="7606" y="3002"/>
                  <a:pt x="8893" y="2692"/>
                  <a:pt x="10192" y="2692"/>
                </a:cubicBezTo>
                <a:cubicBezTo>
                  <a:pt x="10560" y="2692"/>
                  <a:pt x="10929" y="2717"/>
                  <a:pt x="11297" y="2769"/>
                </a:cubicBezTo>
                <a:cubicBezTo>
                  <a:pt x="14906" y="3290"/>
                  <a:pt x="18147" y="6913"/>
                  <a:pt x="17123" y="10653"/>
                </a:cubicBezTo>
                <a:lnTo>
                  <a:pt x="19194" y="10900"/>
                </a:lnTo>
                <a:cubicBezTo>
                  <a:pt x="19083" y="9636"/>
                  <a:pt x="19144" y="8349"/>
                  <a:pt x="18968" y="7078"/>
                </a:cubicBezTo>
                <a:cubicBezTo>
                  <a:pt x="18792" y="5808"/>
                  <a:pt x="18224" y="4675"/>
                  <a:pt x="17481" y="3641"/>
                </a:cubicBezTo>
                <a:cubicBezTo>
                  <a:pt x="16129" y="1766"/>
                  <a:pt x="14115" y="516"/>
                  <a:pt x="11834" y="127"/>
                </a:cubicBezTo>
                <a:cubicBezTo>
                  <a:pt x="11331" y="41"/>
                  <a:pt x="10822" y="1"/>
                  <a:pt x="103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4" name="Google Shape;514;p9"/>
          <p:cNvSpPr/>
          <p:nvPr/>
        </p:nvSpPr>
        <p:spPr>
          <a:xfrm>
            <a:off x="713218" y="232634"/>
            <a:ext cx="1214145" cy="707298"/>
          </a:xfrm>
          <a:custGeom>
            <a:avLst/>
            <a:gdLst/>
            <a:ahLst/>
            <a:cxnLst/>
            <a:rect l="l" t="t" r="r" b="b"/>
            <a:pathLst>
              <a:path w="24961" h="14541" extrusionOk="0">
                <a:moveTo>
                  <a:pt x="13876" y="1"/>
                </a:moveTo>
                <a:cubicBezTo>
                  <a:pt x="11718" y="1"/>
                  <a:pt x="9551" y="531"/>
                  <a:pt x="7523" y="1235"/>
                </a:cubicBezTo>
                <a:cubicBezTo>
                  <a:pt x="5904" y="1796"/>
                  <a:pt x="4268" y="2533"/>
                  <a:pt x="2964" y="3672"/>
                </a:cubicBezTo>
                <a:cubicBezTo>
                  <a:pt x="1880" y="4621"/>
                  <a:pt x="963" y="5696"/>
                  <a:pt x="1" y="6750"/>
                </a:cubicBezTo>
                <a:lnTo>
                  <a:pt x="1964" y="8684"/>
                </a:lnTo>
                <a:cubicBezTo>
                  <a:pt x="2420" y="7856"/>
                  <a:pt x="3178" y="7183"/>
                  <a:pt x="3877" y="6581"/>
                </a:cubicBezTo>
                <a:cubicBezTo>
                  <a:pt x="4836" y="5764"/>
                  <a:pt x="5847" y="5023"/>
                  <a:pt x="6969" y="4443"/>
                </a:cubicBezTo>
                <a:cubicBezTo>
                  <a:pt x="8688" y="3546"/>
                  <a:pt x="10578" y="3001"/>
                  <a:pt x="12495" y="3001"/>
                </a:cubicBezTo>
                <a:cubicBezTo>
                  <a:pt x="13201" y="3001"/>
                  <a:pt x="13910" y="3075"/>
                  <a:pt x="14616" y="3233"/>
                </a:cubicBezTo>
                <a:cubicBezTo>
                  <a:pt x="17096" y="3787"/>
                  <a:pt x="19178" y="5318"/>
                  <a:pt x="20513" y="7467"/>
                </a:cubicBezTo>
                <a:cubicBezTo>
                  <a:pt x="21753" y="9471"/>
                  <a:pt x="22189" y="12198"/>
                  <a:pt x="21689" y="14540"/>
                </a:cubicBezTo>
                <a:lnTo>
                  <a:pt x="24311" y="14286"/>
                </a:lnTo>
                <a:cubicBezTo>
                  <a:pt x="24298" y="14256"/>
                  <a:pt x="24291" y="14225"/>
                  <a:pt x="24298" y="14199"/>
                </a:cubicBezTo>
                <a:cubicBezTo>
                  <a:pt x="24960" y="11140"/>
                  <a:pt x="24923" y="8166"/>
                  <a:pt x="23287" y="5396"/>
                </a:cubicBezTo>
                <a:cubicBezTo>
                  <a:pt x="21814" y="2895"/>
                  <a:pt x="19506" y="1040"/>
                  <a:pt x="16671" y="330"/>
                </a:cubicBezTo>
                <a:cubicBezTo>
                  <a:pt x="15749" y="101"/>
                  <a:pt x="14813" y="1"/>
                  <a:pt x="138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5" name="Google Shape;515;p9"/>
          <p:cNvSpPr/>
          <p:nvPr/>
        </p:nvSpPr>
        <p:spPr>
          <a:xfrm>
            <a:off x="954185" y="564113"/>
            <a:ext cx="697327" cy="362137"/>
          </a:xfrm>
          <a:custGeom>
            <a:avLst/>
            <a:gdLst/>
            <a:ahLst/>
            <a:cxnLst/>
            <a:rect l="l" t="t" r="r" b="b"/>
            <a:pathLst>
              <a:path w="14336" h="7445" extrusionOk="0">
                <a:moveTo>
                  <a:pt x="7281" y="1"/>
                </a:moveTo>
                <a:cubicBezTo>
                  <a:pt x="5940" y="1"/>
                  <a:pt x="4608" y="356"/>
                  <a:pt x="3380" y="902"/>
                </a:cubicBezTo>
                <a:cubicBezTo>
                  <a:pt x="2619" y="1237"/>
                  <a:pt x="1950" y="1703"/>
                  <a:pt x="1346" y="2271"/>
                </a:cubicBezTo>
                <a:cubicBezTo>
                  <a:pt x="799" y="2784"/>
                  <a:pt x="470" y="3440"/>
                  <a:pt x="1" y="3990"/>
                </a:cubicBezTo>
                <a:lnTo>
                  <a:pt x="1940" y="5055"/>
                </a:lnTo>
                <a:cubicBezTo>
                  <a:pt x="1940" y="5055"/>
                  <a:pt x="4024" y="2240"/>
                  <a:pt x="6947" y="2240"/>
                </a:cubicBezTo>
                <a:cubicBezTo>
                  <a:pt x="7324" y="2240"/>
                  <a:pt x="7716" y="2287"/>
                  <a:pt x="8118" y="2393"/>
                </a:cubicBezTo>
                <a:cubicBezTo>
                  <a:pt x="12690" y="3592"/>
                  <a:pt x="11322" y="7248"/>
                  <a:pt x="11322" y="7248"/>
                </a:cubicBezTo>
                <a:lnTo>
                  <a:pt x="13964" y="7444"/>
                </a:lnTo>
                <a:cubicBezTo>
                  <a:pt x="14335" y="3920"/>
                  <a:pt x="11913" y="625"/>
                  <a:pt x="8385" y="84"/>
                </a:cubicBezTo>
                <a:cubicBezTo>
                  <a:pt x="8018" y="28"/>
                  <a:pt x="7649" y="1"/>
                  <a:pt x="728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6" name="Google Shape;516;p9"/>
          <p:cNvSpPr/>
          <p:nvPr/>
        </p:nvSpPr>
        <p:spPr>
          <a:xfrm>
            <a:off x="935215" y="540377"/>
            <a:ext cx="763966" cy="404310"/>
          </a:xfrm>
          <a:custGeom>
            <a:avLst/>
            <a:gdLst/>
            <a:ahLst/>
            <a:cxnLst/>
            <a:rect l="l" t="t" r="r" b="b"/>
            <a:pathLst>
              <a:path w="15706" h="8312" extrusionOk="0">
                <a:moveTo>
                  <a:pt x="7751" y="1"/>
                </a:moveTo>
                <a:cubicBezTo>
                  <a:pt x="6452" y="1"/>
                  <a:pt x="5165" y="311"/>
                  <a:pt x="3956" y="799"/>
                </a:cubicBezTo>
                <a:cubicBezTo>
                  <a:pt x="3196" y="1109"/>
                  <a:pt x="2466" y="1515"/>
                  <a:pt x="1847" y="2059"/>
                </a:cubicBezTo>
                <a:cubicBezTo>
                  <a:pt x="1476" y="2387"/>
                  <a:pt x="1117" y="2762"/>
                  <a:pt x="816" y="3157"/>
                </a:cubicBezTo>
                <a:cubicBezTo>
                  <a:pt x="536" y="3529"/>
                  <a:pt x="394" y="3958"/>
                  <a:pt x="181" y="4361"/>
                </a:cubicBezTo>
                <a:cubicBezTo>
                  <a:pt x="134" y="4448"/>
                  <a:pt x="86" y="4536"/>
                  <a:pt x="29" y="4620"/>
                </a:cubicBezTo>
                <a:cubicBezTo>
                  <a:pt x="1" y="4663"/>
                  <a:pt x="42" y="4780"/>
                  <a:pt x="93" y="4780"/>
                </a:cubicBezTo>
                <a:cubicBezTo>
                  <a:pt x="103" y="4780"/>
                  <a:pt x="113" y="4776"/>
                  <a:pt x="124" y="4766"/>
                </a:cubicBezTo>
                <a:cubicBezTo>
                  <a:pt x="219" y="4675"/>
                  <a:pt x="306" y="4580"/>
                  <a:pt x="391" y="4478"/>
                </a:cubicBezTo>
                <a:cubicBezTo>
                  <a:pt x="860" y="3928"/>
                  <a:pt x="1189" y="3272"/>
                  <a:pt x="1736" y="2759"/>
                </a:cubicBezTo>
                <a:cubicBezTo>
                  <a:pt x="2340" y="2191"/>
                  <a:pt x="3009" y="1725"/>
                  <a:pt x="3770" y="1390"/>
                </a:cubicBezTo>
                <a:cubicBezTo>
                  <a:pt x="4998" y="844"/>
                  <a:pt x="6330" y="489"/>
                  <a:pt x="7671" y="489"/>
                </a:cubicBezTo>
                <a:cubicBezTo>
                  <a:pt x="8039" y="489"/>
                  <a:pt x="8408" y="516"/>
                  <a:pt x="8775" y="572"/>
                </a:cubicBezTo>
                <a:cubicBezTo>
                  <a:pt x="12303" y="1113"/>
                  <a:pt x="14725" y="4408"/>
                  <a:pt x="14354" y="7932"/>
                </a:cubicBezTo>
                <a:cubicBezTo>
                  <a:pt x="14348" y="7993"/>
                  <a:pt x="14343" y="8057"/>
                  <a:pt x="14337" y="8118"/>
                </a:cubicBezTo>
                <a:cubicBezTo>
                  <a:pt x="14325" y="8201"/>
                  <a:pt x="14437" y="8312"/>
                  <a:pt x="14520" y="8312"/>
                </a:cubicBezTo>
                <a:cubicBezTo>
                  <a:pt x="14552" y="8312"/>
                  <a:pt x="14580" y="8295"/>
                  <a:pt x="14594" y="8254"/>
                </a:cubicBezTo>
                <a:cubicBezTo>
                  <a:pt x="14627" y="8159"/>
                  <a:pt x="14655" y="8061"/>
                  <a:pt x="14682" y="7962"/>
                </a:cubicBezTo>
                <a:cubicBezTo>
                  <a:pt x="15706" y="4222"/>
                  <a:pt x="12465" y="599"/>
                  <a:pt x="8856" y="78"/>
                </a:cubicBezTo>
                <a:cubicBezTo>
                  <a:pt x="8488" y="26"/>
                  <a:pt x="8119" y="1"/>
                  <a:pt x="7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7" name="Google Shape;517;p9"/>
          <p:cNvSpPr/>
          <p:nvPr/>
        </p:nvSpPr>
        <p:spPr>
          <a:xfrm>
            <a:off x="796053" y="378601"/>
            <a:ext cx="996473" cy="589877"/>
          </a:xfrm>
          <a:custGeom>
            <a:avLst/>
            <a:gdLst/>
            <a:ahLst/>
            <a:cxnLst/>
            <a:rect l="l" t="t" r="r" b="b"/>
            <a:pathLst>
              <a:path w="20486" h="12127" extrusionOk="0">
                <a:moveTo>
                  <a:pt x="10792" y="0"/>
                </a:moveTo>
                <a:cubicBezTo>
                  <a:pt x="8875" y="0"/>
                  <a:pt x="6985" y="545"/>
                  <a:pt x="5266" y="1442"/>
                </a:cubicBezTo>
                <a:cubicBezTo>
                  <a:pt x="4144" y="2022"/>
                  <a:pt x="3133" y="2763"/>
                  <a:pt x="2174" y="3580"/>
                </a:cubicBezTo>
                <a:cubicBezTo>
                  <a:pt x="1475" y="4182"/>
                  <a:pt x="717" y="4855"/>
                  <a:pt x="261" y="5683"/>
                </a:cubicBezTo>
                <a:cubicBezTo>
                  <a:pt x="173" y="5845"/>
                  <a:pt x="92" y="6010"/>
                  <a:pt x="31" y="6186"/>
                </a:cubicBezTo>
                <a:cubicBezTo>
                  <a:pt x="1" y="6269"/>
                  <a:pt x="97" y="6371"/>
                  <a:pt x="182" y="6371"/>
                </a:cubicBezTo>
                <a:cubicBezTo>
                  <a:pt x="210" y="6371"/>
                  <a:pt x="237" y="6360"/>
                  <a:pt x="258" y="6331"/>
                </a:cubicBezTo>
                <a:cubicBezTo>
                  <a:pt x="308" y="6260"/>
                  <a:pt x="366" y="6193"/>
                  <a:pt x="420" y="6118"/>
                </a:cubicBezTo>
                <a:cubicBezTo>
                  <a:pt x="2725" y="3050"/>
                  <a:pt x="6798" y="636"/>
                  <a:pt x="10731" y="636"/>
                </a:cubicBezTo>
                <a:cubicBezTo>
                  <a:pt x="11242" y="636"/>
                  <a:pt x="11751" y="676"/>
                  <a:pt x="12254" y="762"/>
                </a:cubicBezTo>
                <a:cubicBezTo>
                  <a:pt x="14535" y="1151"/>
                  <a:pt x="16549" y="2401"/>
                  <a:pt x="17901" y="4276"/>
                </a:cubicBezTo>
                <a:cubicBezTo>
                  <a:pt x="18644" y="5310"/>
                  <a:pt x="19212" y="6443"/>
                  <a:pt x="19388" y="7713"/>
                </a:cubicBezTo>
                <a:cubicBezTo>
                  <a:pt x="19564" y="8984"/>
                  <a:pt x="19503" y="10271"/>
                  <a:pt x="19614" y="11535"/>
                </a:cubicBezTo>
                <a:cubicBezTo>
                  <a:pt x="19628" y="11691"/>
                  <a:pt x="19645" y="11843"/>
                  <a:pt x="19665" y="11998"/>
                </a:cubicBezTo>
                <a:cubicBezTo>
                  <a:pt x="19672" y="12053"/>
                  <a:pt x="19748" y="12126"/>
                  <a:pt x="19806" y="12126"/>
                </a:cubicBezTo>
                <a:cubicBezTo>
                  <a:pt x="19834" y="12126"/>
                  <a:pt x="19857" y="12110"/>
                  <a:pt x="19868" y="12070"/>
                </a:cubicBezTo>
                <a:cubicBezTo>
                  <a:pt x="19918" y="11897"/>
                  <a:pt x="19949" y="11718"/>
                  <a:pt x="19986" y="11539"/>
                </a:cubicBezTo>
                <a:cubicBezTo>
                  <a:pt x="20486" y="9197"/>
                  <a:pt x="20050" y="6470"/>
                  <a:pt x="18810" y="4466"/>
                </a:cubicBezTo>
                <a:cubicBezTo>
                  <a:pt x="17475" y="2317"/>
                  <a:pt x="15393" y="786"/>
                  <a:pt x="12913" y="232"/>
                </a:cubicBezTo>
                <a:cubicBezTo>
                  <a:pt x="12207" y="74"/>
                  <a:pt x="11498" y="0"/>
                  <a:pt x="107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9"/>
          <p:cNvSpPr/>
          <p:nvPr/>
        </p:nvSpPr>
        <p:spPr>
          <a:xfrm>
            <a:off x="478337" y="968475"/>
            <a:ext cx="250089" cy="241830"/>
          </a:xfrm>
          <a:custGeom>
            <a:avLst/>
            <a:gdLst/>
            <a:ahLst/>
            <a:cxnLst/>
            <a:rect l="l" t="t" r="r" b="b"/>
            <a:pathLst>
              <a:path w="12626" h="12209" extrusionOk="0">
                <a:moveTo>
                  <a:pt x="7838" y="1"/>
                </a:moveTo>
                <a:cubicBezTo>
                  <a:pt x="7407" y="1"/>
                  <a:pt x="6953" y="46"/>
                  <a:pt x="6478" y="142"/>
                </a:cubicBezTo>
                <a:cubicBezTo>
                  <a:pt x="2964" y="848"/>
                  <a:pt x="1" y="5264"/>
                  <a:pt x="2011" y="9188"/>
                </a:cubicBezTo>
                <a:cubicBezTo>
                  <a:pt x="3194" y="11498"/>
                  <a:pt x="5114" y="12208"/>
                  <a:pt x="6853" y="12208"/>
                </a:cubicBezTo>
                <a:cubicBezTo>
                  <a:pt x="8487" y="12208"/>
                  <a:pt x="9962" y="11580"/>
                  <a:pt x="10513" y="11063"/>
                </a:cubicBezTo>
                <a:lnTo>
                  <a:pt x="10513" y="11063"/>
                </a:lnTo>
                <a:cubicBezTo>
                  <a:pt x="10513" y="11063"/>
                  <a:pt x="10409" y="11077"/>
                  <a:pt x="10233" y="11077"/>
                </a:cubicBezTo>
                <a:cubicBezTo>
                  <a:pt x="9592" y="11077"/>
                  <a:pt x="8002" y="10893"/>
                  <a:pt x="7087" y="9188"/>
                </a:cubicBezTo>
                <a:cubicBezTo>
                  <a:pt x="5918" y="7015"/>
                  <a:pt x="6810" y="4052"/>
                  <a:pt x="9162" y="3335"/>
                </a:cubicBezTo>
                <a:cubicBezTo>
                  <a:pt x="9590" y="3204"/>
                  <a:pt x="9976" y="3151"/>
                  <a:pt x="10323" y="3151"/>
                </a:cubicBezTo>
                <a:cubicBezTo>
                  <a:pt x="11879" y="3151"/>
                  <a:pt x="12625" y="4227"/>
                  <a:pt x="12625" y="4227"/>
                </a:cubicBezTo>
                <a:cubicBezTo>
                  <a:pt x="12276" y="1748"/>
                  <a:pt x="10504" y="1"/>
                  <a:pt x="78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9"/>
          <p:cNvSpPr/>
          <p:nvPr/>
        </p:nvSpPr>
        <p:spPr>
          <a:xfrm>
            <a:off x="84015" y="4658872"/>
            <a:ext cx="394320" cy="342692"/>
          </a:xfrm>
          <a:custGeom>
            <a:avLst/>
            <a:gdLst/>
            <a:ahLst/>
            <a:cxnLst/>
            <a:rect l="l" t="t" r="r" b="b"/>
            <a:pathLst>
              <a:path w="8119" h="7056" extrusionOk="0">
                <a:moveTo>
                  <a:pt x="4366" y="0"/>
                </a:moveTo>
                <a:cubicBezTo>
                  <a:pt x="4363" y="0"/>
                  <a:pt x="4360" y="0"/>
                  <a:pt x="4357" y="0"/>
                </a:cubicBezTo>
                <a:cubicBezTo>
                  <a:pt x="3867" y="24"/>
                  <a:pt x="3232" y="2454"/>
                  <a:pt x="3232" y="2454"/>
                </a:cubicBezTo>
                <a:cubicBezTo>
                  <a:pt x="3232" y="2454"/>
                  <a:pt x="2054" y="2337"/>
                  <a:pt x="1183" y="2337"/>
                </a:cubicBezTo>
                <a:cubicBezTo>
                  <a:pt x="748" y="2337"/>
                  <a:pt x="389" y="2366"/>
                  <a:pt x="292" y="2454"/>
                </a:cubicBezTo>
                <a:cubicBezTo>
                  <a:pt x="1" y="2721"/>
                  <a:pt x="2546" y="4430"/>
                  <a:pt x="2546" y="4430"/>
                </a:cubicBezTo>
                <a:cubicBezTo>
                  <a:pt x="2546" y="4430"/>
                  <a:pt x="1613" y="6684"/>
                  <a:pt x="2056" y="6975"/>
                </a:cubicBezTo>
                <a:cubicBezTo>
                  <a:pt x="2088" y="6997"/>
                  <a:pt x="2128" y="7007"/>
                  <a:pt x="2174" y="7007"/>
                </a:cubicBezTo>
                <a:cubicBezTo>
                  <a:pt x="2757" y="7007"/>
                  <a:pt x="4357" y="5411"/>
                  <a:pt x="4357" y="5411"/>
                </a:cubicBezTo>
                <a:cubicBezTo>
                  <a:pt x="4357" y="5411"/>
                  <a:pt x="6235" y="7055"/>
                  <a:pt x="6745" y="7055"/>
                </a:cubicBezTo>
                <a:cubicBezTo>
                  <a:pt x="6794" y="7055"/>
                  <a:pt x="6830" y="7041"/>
                  <a:pt x="6851" y="7008"/>
                </a:cubicBezTo>
                <a:cubicBezTo>
                  <a:pt x="7097" y="6634"/>
                  <a:pt x="6070" y="4089"/>
                  <a:pt x="6070" y="4089"/>
                </a:cubicBezTo>
                <a:cubicBezTo>
                  <a:pt x="6070" y="4089"/>
                  <a:pt x="8118" y="2876"/>
                  <a:pt x="8047" y="2454"/>
                </a:cubicBezTo>
                <a:cubicBezTo>
                  <a:pt x="8014" y="2260"/>
                  <a:pt x="7474" y="2207"/>
                  <a:pt x="6903" y="2207"/>
                </a:cubicBezTo>
                <a:cubicBezTo>
                  <a:pt x="6240" y="2207"/>
                  <a:pt x="5536" y="2278"/>
                  <a:pt x="5536" y="2278"/>
                </a:cubicBezTo>
                <a:cubicBezTo>
                  <a:pt x="5536" y="2278"/>
                  <a:pt x="4947" y="0"/>
                  <a:pt x="4366"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9"/>
          <p:cNvSpPr/>
          <p:nvPr/>
        </p:nvSpPr>
        <p:spPr>
          <a:xfrm>
            <a:off x="0" y="383188"/>
            <a:ext cx="478330" cy="735822"/>
          </a:xfrm>
          <a:custGeom>
            <a:avLst/>
            <a:gdLst/>
            <a:ahLst/>
            <a:cxnLst/>
            <a:rect l="l" t="t" r="r" b="b"/>
            <a:pathLst>
              <a:path w="8313" h="12788" extrusionOk="0">
                <a:moveTo>
                  <a:pt x="278" y="0"/>
                </a:moveTo>
                <a:cubicBezTo>
                  <a:pt x="186" y="0"/>
                  <a:pt x="93" y="3"/>
                  <a:pt x="0" y="10"/>
                </a:cubicBezTo>
                <a:lnTo>
                  <a:pt x="0" y="12773"/>
                </a:lnTo>
                <a:cubicBezTo>
                  <a:pt x="108" y="12782"/>
                  <a:pt x="218" y="12787"/>
                  <a:pt x="329" y="12787"/>
                </a:cubicBezTo>
                <a:cubicBezTo>
                  <a:pt x="630" y="12787"/>
                  <a:pt x="944" y="12751"/>
                  <a:pt x="1274" y="12662"/>
                </a:cubicBezTo>
                <a:cubicBezTo>
                  <a:pt x="4124" y="11881"/>
                  <a:pt x="3640" y="8941"/>
                  <a:pt x="3640" y="8941"/>
                </a:cubicBezTo>
                <a:lnTo>
                  <a:pt x="3640" y="8941"/>
                </a:lnTo>
                <a:cubicBezTo>
                  <a:pt x="3640" y="8941"/>
                  <a:pt x="3724" y="8946"/>
                  <a:pt x="3869" y="8946"/>
                </a:cubicBezTo>
                <a:cubicBezTo>
                  <a:pt x="4761" y="8946"/>
                  <a:pt x="7963" y="8756"/>
                  <a:pt x="8158" y="6035"/>
                </a:cubicBezTo>
                <a:cubicBezTo>
                  <a:pt x="8313" y="3883"/>
                  <a:pt x="6209" y="3539"/>
                  <a:pt x="4852" y="3539"/>
                </a:cubicBezTo>
                <a:cubicBezTo>
                  <a:pt x="4217" y="3539"/>
                  <a:pt x="3745" y="3615"/>
                  <a:pt x="3745" y="3615"/>
                </a:cubicBezTo>
                <a:cubicBezTo>
                  <a:pt x="3745" y="3615"/>
                  <a:pt x="3927" y="1006"/>
                  <a:pt x="1410" y="175"/>
                </a:cubicBezTo>
                <a:cubicBezTo>
                  <a:pt x="1064" y="60"/>
                  <a:pt x="678"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1" name="Google Shape;521;p9"/>
          <p:cNvSpPr/>
          <p:nvPr/>
        </p:nvSpPr>
        <p:spPr>
          <a:xfrm>
            <a:off x="780600" y="4778125"/>
            <a:ext cx="250092" cy="181358"/>
          </a:xfrm>
          <a:custGeom>
            <a:avLst/>
            <a:gdLst/>
            <a:ahLst/>
            <a:cxnLst/>
            <a:rect l="l" t="t" r="r" b="b"/>
            <a:pathLst>
              <a:path w="7168" h="5198" extrusionOk="0">
                <a:moveTo>
                  <a:pt x="5467" y="1"/>
                </a:moveTo>
                <a:cubicBezTo>
                  <a:pt x="4475" y="1"/>
                  <a:pt x="3844" y="1080"/>
                  <a:pt x="3880" y="2028"/>
                </a:cubicBezTo>
                <a:cubicBezTo>
                  <a:pt x="3880" y="2028"/>
                  <a:pt x="2956" y="1084"/>
                  <a:pt x="2052" y="1084"/>
                </a:cubicBezTo>
                <a:cubicBezTo>
                  <a:pt x="1687" y="1084"/>
                  <a:pt x="1324" y="1239"/>
                  <a:pt x="1027" y="1673"/>
                </a:cubicBezTo>
                <a:cubicBezTo>
                  <a:pt x="0" y="3177"/>
                  <a:pt x="1781" y="4285"/>
                  <a:pt x="2889" y="4684"/>
                </a:cubicBezTo>
                <a:cubicBezTo>
                  <a:pt x="3998" y="5079"/>
                  <a:pt x="4988" y="5198"/>
                  <a:pt x="4988" y="5198"/>
                </a:cubicBezTo>
                <a:cubicBezTo>
                  <a:pt x="4988" y="5198"/>
                  <a:pt x="6110" y="3941"/>
                  <a:pt x="6708" y="2423"/>
                </a:cubicBezTo>
                <a:cubicBezTo>
                  <a:pt x="7168" y="1258"/>
                  <a:pt x="6843" y="129"/>
                  <a:pt x="5600" y="7"/>
                </a:cubicBezTo>
                <a:cubicBezTo>
                  <a:pt x="5555" y="3"/>
                  <a:pt x="5511" y="1"/>
                  <a:pt x="5467" y="1"/>
                </a:cubicBezTo>
                <a:close/>
              </a:path>
            </a:pathLst>
          </a:custGeom>
          <a:solidFill>
            <a:schemeClr val="accent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2" name="Google Shape;522;p9"/>
          <p:cNvSpPr/>
          <p:nvPr/>
        </p:nvSpPr>
        <p:spPr>
          <a:xfrm rot="10800000">
            <a:off x="8665675" y="3393663"/>
            <a:ext cx="478330" cy="735822"/>
          </a:xfrm>
          <a:custGeom>
            <a:avLst/>
            <a:gdLst/>
            <a:ahLst/>
            <a:cxnLst/>
            <a:rect l="l" t="t" r="r" b="b"/>
            <a:pathLst>
              <a:path w="8313" h="12788" extrusionOk="0">
                <a:moveTo>
                  <a:pt x="278" y="0"/>
                </a:moveTo>
                <a:cubicBezTo>
                  <a:pt x="186" y="0"/>
                  <a:pt x="93" y="3"/>
                  <a:pt x="0" y="10"/>
                </a:cubicBezTo>
                <a:lnTo>
                  <a:pt x="0" y="12773"/>
                </a:lnTo>
                <a:cubicBezTo>
                  <a:pt x="108" y="12782"/>
                  <a:pt x="218" y="12787"/>
                  <a:pt x="329" y="12787"/>
                </a:cubicBezTo>
                <a:cubicBezTo>
                  <a:pt x="630" y="12787"/>
                  <a:pt x="944" y="12751"/>
                  <a:pt x="1274" y="12662"/>
                </a:cubicBezTo>
                <a:cubicBezTo>
                  <a:pt x="4124" y="11881"/>
                  <a:pt x="3640" y="8941"/>
                  <a:pt x="3640" y="8941"/>
                </a:cubicBezTo>
                <a:lnTo>
                  <a:pt x="3640" y="8941"/>
                </a:lnTo>
                <a:cubicBezTo>
                  <a:pt x="3640" y="8941"/>
                  <a:pt x="3724" y="8946"/>
                  <a:pt x="3869" y="8946"/>
                </a:cubicBezTo>
                <a:cubicBezTo>
                  <a:pt x="4761" y="8946"/>
                  <a:pt x="7963" y="8756"/>
                  <a:pt x="8158" y="6035"/>
                </a:cubicBezTo>
                <a:cubicBezTo>
                  <a:pt x="8313" y="3883"/>
                  <a:pt x="6209" y="3539"/>
                  <a:pt x="4852" y="3539"/>
                </a:cubicBezTo>
                <a:cubicBezTo>
                  <a:pt x="4217" y="3539"/>
                  <a:pt x="3745" y="3615"/>
                  <a:pt x="3745" y="3615"/>
                </a:cubicBezTo>
                <a:cubicBezTo>
                  <a:pt x="3745" y="3615"/>
                  <a:pt x="3927" y="1006"/>
                  <a:pt x="1410" y="175"/>
                </a:cubicBezTo>
                <a:cubicBezTo>
                  <a:pt x="1064" y="60"/>
                  <a:pt x="678"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3" name="Google Shape;523;p9"/>
          <p:cNvSpPr/>
          <p:nvPr/>
        </p:nvSpPr>
        <p:spPr>
          <a:xfrm>
            <a:off x="359401" y="4129483"/>
            <a:ext cx="250092" cy="247231"/>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4" name="Google Shape;524;p9"/>
          <p:cNvSpPr/>
          <p:nvPr/>
        </p:nvSpPr>
        <p:spPr>
          <a:xfrm>
            <a:off x="8579172" y="3353100"/>
            <a:ext cx="134425" cy="155572"/>
          </a:xfrm>
          <a:custGeom>
            <a:avLst/>
            <a:gdLst/>
            <a:ahLst/>
            <a:cxnLst/>
            <a:rect l="l" t="t" r="r" b="b"/>
            <a:pathLst>
              <a:path w="3884" h="4495" extrusionOk="0">
                <a:moveTo>
                  <a:pt x="1723" y="1"/>
                </a:moveTo>
                <a:cubicBezTo>
                  <a:pt x="1699" y="1"/>
                  <a:pt x="1673" y="4"/>
                  <a:pt x="1647" y="13"/>
                </a:cubicBezTo>
                <a:cubicBezTo>
                  <a:pt x="1373" y="97"/>
                  <a:pt x="1603" y="800"/>
                  <a:pt x="1197" y="1530"/>
                </a:cubicBezTo>
                <a:cubicBezTo>
                  <a:pt x="792" y="2257"/>
                  <a:pt x="1" y="2311"/>
                  <a:pt x="35" y="2588"/>
                </a:cubicBezTo>
                <a:cubicBezTo>
                  <a:pt x="72" y="2865"/>
                  <a:pt x="1180" y="2588"/>
                  <a:pt x="1525" y="3176"/>
                </a:cubicBezTo>
                <a:cubicBezTo>
                  <a:pt x="1865" y="3754"/>
                  <a:pt x="1905" y="4495"/>
                  <a:pt x="2135" y="4495"/>
                </a:cubicBezTo>
                <a:cubicBezTo>
                  <a:pt x="2140" y="4495"/>
                  <a:pt x="2145" y="4494"/>
                  <a:pt x="2150" y="4494"/>
                </a:cubicBezTo>
                <a:cubicBezTo>
                  <a:pt x="2394" y="4460"/>
                  <a:pt x="2255" y="3108"/>
                  <a:pt x="2809" y="2760"/>
                </a:cubicBezTo>
                <a:cubicBezTo>
                  <a:pt x="3364" y="2416"/>
                  <a:pt x="3883" y="2463"/>
                  <a:pt x="3850" y="2135"/>
                </a:cubicBezTo>
                <a:cubicBezTo>
                  <a:pt x="3816" y="1804"/>
                  <a:pt x="2732" y="1790"/>
                  <a:pt x="2454" y="1374"/>
                </a:cubicBezTo>
                <a:cubicBezTo>
                  <a:pt x="2193" y="984"/>
                  <a:pt x="2109" y="1"/>
                  <a:pt x="172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5" name="Google Shape;525;p9"/>
          <p:cNvSpPr/>
          <p:nvPr/>
        </p:nvSpPr>
        <p:spPr>
          <a:xfrm>
            <a:off x="7986380" y="4338152"/>
            <a:ext cx="731779" cy="711525"/>
          </a:xfrm>
          <a:custGeom>
            <a:avLst/>
            <a:gdLst/>
            <a:ahLst/>
            <a:cxnLst/>
            <a:rect l="l" t="t" r="r" b="b"/>
            <a:pathLst>
              <a:path w="12626" h="11775" extrusionOk="0">
                <a:moveTo>
                  <a:pt x="6402" y="0"/>
                </a:moveTo>
                <a:cubicBezTo>
                  <a:pt x="3247" y="0"/>
                  <a:pt x="0" y="2876"/>
                  <a:pt x="0" y="6031"/>
                </a:cubicBezTo>
                <a:cubicBezTo>
                  <a:pt x="0" y="9187"/>
                  <a:pt x="3115" y="11775"/>
                  <a:pt x="6270" y="11775"/>
                </a:cubicBezTo>
                <a:cubicBezTo>
                  <a:pt x="9426" y="11775"/>
                  <a:pt x="12626" y="9028"/>
                  <a:pt x="12626" y="5874"/>
                </a:cubicBezTo>
                <a:cubicBezTo>
                  <a:pt x="12626" y="2717"/>
                  <a:pt x="9557" y="0"/>
                  <a:pt x="6402"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6" name="Google Shape;526;p9"/>
          <p:cNvSpPr/>
          <p:nvPr/>
        </p:nvSpPr>
        <p:spPr>
          <a:xfrm>
            <a:off x="7965688" y="4327033"/>
            <a:ext cx="803647" cy="731889"/>
          </a:xfrm>
          <a:custGeom>
            <a:avLst/>
            <a:gdLst/>
            <a:ahLst/>
            <a:cxnLst/>
            <a:rect l="l" t="t" r="r" b="b"/>
            <a:pathLst>
              <a:path w="13866" h="12112" extrusionOk="0">
                <a:moveTo>
                  <a:pt x="6777" y="1"/>
                </a:moveTo>
                <a:cubicBezTo>
                  <a:pt x="6538" y="1"/>
                  <a:pt x="6299" y="14"/>
                  <a:pt x="6061" y="40"/>
                </a:cubicBezTo>
                <a:cubicBezTo>
                  <a:pt x="5899" y="59"/>
                  <a:pt x="5989" y="300"/>
                  <a:pt x="6113" y="312"/>
                </a:cubicBezTo>
                <a:cubicBezTo>
                  <a:pt x="8982" y="563"/>
                  <a:pt x="11936" y="1718"/>
                  <a:pt x="12620" y="4868"/>
                </a:cubicBezTo>
                <a:cubicBezTo>
                  <a:pt x="13326" y="8114"/>
                  <a:pt x="10901" y="11034"/>
                  <a:pt x="7741" y="11637"/>
                </a:cubicBezTo>
                <a:cubicBezTo>
                  <a:pt x="7365" y="11709"/>
                  <a:pt x="6985" y="11743"/>
                  <a:pt x="6606" y="11743"/>
                </a:cubicBezTo>
                <a:cubicBezTo>
                  <a:pt x="3778" y="11743"/>
                  <a:pt x="1014" y="9808"/>
                  <a:pt x="785" y="6834"/>
                </a:cubicBezTo>
                <a:cubicBezTo>
                  <a:pt x="555" y="3847"/>
                  <a:pt x="2656" y="811"/>
                  <a:pt x="5730" y="475"/>
                </a:cubicBezTo>
                <a:cubicBezTo>
                  <a:pt x="5862" y="460"/>
                  <a:pt x="5763" y="246"/>
                  <a:pt x="5659" y="244"/>
                </a:cubicBezTo>
                <a:cubicBezTo>
                  <a:pt x="5626" y="243"/>
                  <a:pt x="5594" y="243"/>
                  <a:pt x="5561" y="243"/>
                </a:cubicBezTo>
                <a:cubicBezTo>
                  <a:pt x="2938" y="243"/>
                  <a:pt x="740" y="2849"/>
                  <a:pt x="378" y="5296"/>
                </a:cubicBezTo>
                <a:cubicBezTo>
                  <a:pt x="1" y="7847"/>
                  <a:pt x="1097" y="10165"/>
                  <a:pt x="3417" y="11341"/>
                </a:cubicBezTo>
                <a:cubicBezTo>
                  <a:pt x="4440" y="11859"/>
                  <a:pt x="5511" y="12112"/>
                  <a:pt x="6571" y="12112"/>
                </a:cubicBezTo>
                <a:cubicBezTo>
                  <a:pt x="8042" y="12112"/>
                  <a:pt x="9492" y="11626"/>
                  <a:pt x="10766" y="10691"/>
                </a:cubicBezTo>
                <a:cubicBezTo>
                  <a:pt x="12937" y="9099"/>
                  <a:pt x="13866" y="6430"/>
                  <a:pt x="12822" y="3871"/>
                </a:cubicBezTo>
                <a:cubicBezTo>
                  <a:pt x="11847" y="1479"/>
                  <a:pt x="9317" y="1"/>
                  <a:pt x="6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7" name="Google Shape;527;p9"/>
          <p:cNvSpPr/>
          <p:nvPr/>
        </p:nvSpPr>
        <p:spPr>
          <a:xfrm>
            <a:off x="7770241" y="4541020"/>
            <a:ext cx="1165712" cy="358331"/>
          </a:xfrm>
          <a:custGeom>
            <a:avLst/>
            <a:gdLst/>
            <a:ahLst/>
            <a:cxnLst/>
            <a:rect l="l" t="t" r="r" b="b"/>
            <a:pathLst>
              <a:path w="20113" h="5930" extrusionOk="0">
                <a:moveTo>
                  <a:pt x="16657" y="1"/>
                </a:moveTo>
                <a:cubicBezTo>
                  <a:pt x="16439" y="1"/>
                  <a:pt x="16237" y="20"/>
                  <a:pt x="16067" y="60"/>
                </a:cubicBezTo>
                <a:cubicBezTo>
                  <a:pt x="15914" y="95"/>
                  <a:pt x="16073" y="324"/>
                  <a:pt x="16180" y="325"/>
                </a:cubicBezTo>
                <a:cubicBezTo>
                  <a:pt x="16845" y="330"/>
                  <a:pt x="19241" y="410"/>
                  <a:pt x="18563" y="1628"/>
                </a:cubicBezTo>
                <a:cubicBezTo>
                  <a:pt x="18243" y="2202"/>
                  <a:pt x="17451" y="2549"/>
                  <a:pt x="16881" y="2811"/>
                </a:cubicBezTo>
                <a:cubicBezTo>
                  <a:pt x="14924" y="3710"/>
                  <a:pt x="12785" y="4282"/>
                  <a:pt x="10682" y="4712"/>
                </a:cubicBezTo>
                <a:cubicBezTo>
                  <a:pt x="8818" y="5095"/>
                  <a:pt x="6905" y="5405"/>
                  <a:pt x="5006" y="5541"/>
                </a:cubicBezTo>
                <a:cubicBezTo>
                  <a:pt x="4909" y="5547"/>
                  <a:pt x="4759" y="5553"/>
                  <a:pt x="4576" y="5553"/>
                </a:cubicBezTo>
                <a:cubicBezTo>
                  <a:pt x="3425" y="5553"/>
                  <a:pt x="955" y="5349"/>
                  <a:pt x="1947" y="4098"/>
                </a:cubicBezTo>
                <a:cubicBezTo>
                  <a:pt x="2398" y="3528"/>
                  <a:pt x="3165" y="3113"/>
                  <a:pt x="3797" y="2785"/>
                </a:cubicBezTo>
                <a:cubicBezTo>
                  <a:pt x="3898" y="2733"/>
                  <a:pt x="3795" y="2553"/>
                  <a:pt x="3700" y="2553"/>
                </a:cubicBezTo>
                <a:cubicBezTo>
                  <a:pt x="3695" y="2553"/>
                  <a:pt x="3691" y="2554"/>
                  <a:pt x="3687" y="2554"/>
                </a:cubicBezTo>
                <a:cubicBezTo>
                  <a:pt x="2393" y="2794"/>
                  <a:pt x="1" y="4784"/>
                  <a:pt x="2166" y="5597"/>
                </a:cubicBezTo>
                <a:cubicBezTo>
                  <a:pt x="2830" y="5847"/>
                  <a:pt x="3527" y="5929"/>
                  <a:pt x="4229" y="5929"/>
                </a:cubicBezTo>
                <a:cubicBezTo>
                  <a:pt x="4872" y="5929"/>
                  <a:pt x="5520" y="5860"/>
                  <a:pt x="6151" y="5786"/>
                </a:cubicBezTo>
                <a:cubicBezTo>
                  <a:pt x="7890" y="5584"/>
                  <a:pt x="9624" y="5329"/>
                  <a:pt x="11337" y="4961"/>
                </a:cubicBezTo>
                <a:cubicBezTo>
                  <a:pt x="12763" y="4653"/>
                  <a:pt x="14174" y="4268"/>
                  <a:pt x="15547" y="3774"/>
                </a:cubicBezTo>
                <a:cubicBezTo>
                  <a:pt x="16593" y="3399"/>
                  <a:pt x="17822" y="2999"/>
                  <a:pt x="18648" y="2205"/>
                </a:cubicBezTo>
                <a:cubicBezTo>
                  <a:pt x="20112" y="800"/>
                  <a:pt x="18053" y="1"/>
                  <a:pt x="166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 name="Google Shape;528;p9"/>
          <p:cNvSpPr/>
          <p:nvPr/>
        </p:nvSpPr>
        <p:spPr>
          <a:xfrm>
            <a:off x="8340235" y="4452730"/>
            <a:ext cx="81373" cy="76621"/>
          </a:xfrm>
          <a:custGeom>
            <a:avLst/>
            <a:gdLst/>
            <a:ahLst/>
            <a:cxnLst/>
            <a:rect l="l" t="t" r="r" b="b"/>
            <a:pathLst>
              <a:path w="1404" h="1268" extrusionOk="0">
                <a:moveTo>
                  <a:pt x="853" y="427"/>
                </a:moveTo>
                <a:lnTo>
                  <a:pt x="853" y="427"/>
                </a:lnTo>
                <a:cubicBezTo>
                  <a:pt x="853" y="427"/>
                  <a:pt x="859" y="430"/>
                  <a:pt x="873" y="436"/>
                </a:cubicBezTo>
                <a:cubicBezTo>
                  <a:pt x="872" y="435"/>
                  <a:pt x="871" y="435"/>
                  <a:pt x="870" y="434"/>
                </a:cubicBezTo>
                <a:lnTo>
                  <a:pt x="870" y="434"/>
                </a:lnTo>
                <a:cubicBezTo>
                  <a:pt x="860" y="430"/>
                  <a:pt x="853" y="427"/>
                  <a:pt x="853" y="427"/>
                </a:cubicBezTo>
                <a:close/>
                <a:moveTo>
                  <a:pt x="486" y="0"/>
                </a:moveTo>
                <a:cubicBezTo>
                  <a:pt x="213" y="0"/>
                  <a:pt x="1" y="394"/>
                  <a:pt x="25" y="636"/>
                </a:cubicBezTo>
                <a:cubicBezTo>
                  <a:pt x="60" y="1003"/>
                  <a:pt x="440" y="1243"/>
                  <a:pt x="781" y="1266"/>
                </a:cubicBezTo>
                <a:cubicBezTo>
                  <a:pt x="797" y="1267"/>
                  <a:pt x="812" y="1267"/>
                  <a:pt x="827" y="1267"/>
                </a:cubicBezTo>
                <a:cubicBezTo>
                  <a:pt x="1087" y="1267"/>
                  <a:pt x="1323" y="1108"/>
                  <a:pt x="1360" y="835"/>
                </a:cubicBezTo>
                <a:cubicBezTo>
                  <a:pt x="1404" y="523"/>
                  <a:pt x="1159" y="276"/>
                  <a:pt x="871" y="210"/>
                </a:cubicBezTo>
                <a:cubicBezTo>
                  <a:pt x="862" y="208"/>
                  <a:pt x="854" y="207"/>
                  <a:pt x="847" y="207"/>
                </a:cubicBezTo>
                <a:cubicBezTo>
                  <a:pt x="746" y="207"/>
                  <a:pt x="793" y="399"/>
                  <a:pt x="870" y="434"/>
                </a:cubicBezTo>
                <a:lnTo>
                  <a:pt x="870" y="434"/>
                </a:lnTo>
                <a:cubicBezTo>
                  <a:pt x="894" y="444"/>
                  <a:pt x="936" y="462"/>
                  <a:pt x="946" y="469"/>
                </a:cubicBezTo>
                <a:cubicBezTo>
                  <a:pt x="1003" y="507"/>
                  <a:pt x="1041" y="545"/>
                  <a:pt x="1061" y="612"/>
                </a:cubicBezTo>
                <a:cubicBezTo>
                  <a:pt x="1079" y="677"/>
                  <a:pt x="1070" y="747"/>
                  <a:pt x="1041" y="806"/>
                </a:cubicBezTo>
                <a:cubicBezTo>
                  <a:pt x="984" y="924"/>
                  <a:pt x="872" y="972"/>
                  <a:pt x="753" y="972"/>
                </a:cubicBezTo>
                <a:cubicBezTo>
                  <a:pt x="710" y="972"/>
                  <a:pt x="666" y="965"/>
                  <a:pt x="623" y="953"/>
                </a:cubicBezTo>
                <a:cubicBezTo>
                  <a:pt x="416" y="896"/>
                  <a:pt x="247" y="740"/>
                  <a:pt x="332" y="516"/>
                </a:cubicBezTo>
                <a:cubicBezTo>
                  <a:pt x="396" y="353"/>
                  <a:pt x="615" y="276"/>
                  <a:pt x="618" y="99"/>
                </a:cubicBezTo>
                <a:cubicBezTo>
                  <a:pt x="618" y="67"/>
                  <a:pt x="608" y="24"/>
                  <a:pt x="574" y="14"/>
                </a:cubicBezTo>
                <a:cubicBezTo>
                  <a:pt x="544" y="5"/>
                  <a:pt x="515" y="0"/>
                  <a:pt x="4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 name="Google Shape;529;p9"/>
          <p:cNvSpPr/>
          <p:nvPr/>
        </p:nvSpPr>
        <p:spPr>
          <a:xfrm>
            <a:off x="8481256" y="4472793"/>
            <a:ext cx="106643" cy="85020"/>
          </a:xfrm>
          <a:custGeom>
            <a:avLst/>
            <a:gdLst/>
            <a:ahLst/>
            <a:cxnLst/>
            <a:rect l="l" t="t" r="r" b="b"/>
            <a:pathLst>
              <a:path w="1840" h="1407" extrusionOk="0">
                <a:moveTo>
                  <a:pt x="493" y="1"/>
                </a:moveTo>
                <a:cubicBezTo>
                  <a:pt x="211" y="1"/>
                  <a:pt x="0" y="306"/>
                  <a:pt x="28" y="579"/>
                </a:cubicBezTo>
                <a:cubicBezTo>
                  <a:pt x="59" y="897"/>
                  <a:pt x="297" y="1181"/>
                  <a:pt x="580" y="1314"/>
                </a:cubicBezTo>
                <a:cubicBezTo>
                  <a:pt x="706" y="1373"/>
                  <a:pt x="855" y="1406"/>
                  <a:pt x="1003" y="1406"/>
                </a:cubicBezTo>
                <a:cubicBezTo>
                  <a:pt x="1226" y="1406"/>
                  <a:pt x="1447" y="1331"/>
                  <a:pt x="1587" y="1157"/>
                </a:cubicBezTo>
                <a:cubicBezTo>
                  <a:pt x="1840" y="841"/>
                  <a:pt x="1576" y="383"/>
                  <a:pt x="1222" y="290"/>
                </a:cubicBezTo>
                <a:cubicBezTo>
                  <a:pt x="1216" y="288"/>
                  <a:pt x="1211" y="287"/>
                  <a:pt x="1206" y="287"/>
                </a:cubicBezTo>
                <a:cubicBezTo>
                  <a:pt x="1147" y="287"/>
                  <a:pt x="1170" y="407"/>
                  <a:pt x="1194" y="434"/>
                </a:cubicBezTo>
                <a:cubicBezTo>
                  <a:pt x="1298" y="551"/>
                  <a:pt x="1444" y="672"/>
                  <a:pt x="1392" y="845"/>
                </a:cubicBezTo>
                <a:cubicBezTo>
                  <a:pt x="1363" y="942"/>
                  <a:pt x="1279" y="1012"/>
                  <a:pt x="1193" y="1054"/>
                </a:cubicBezTo>
                <a:cubicBezTo>
                  <a:pt x="1109" y="1096"/>
                  <a:pt x="1014" y="1117"/>
                  <a:pt x="919" y="1117"/>
                </a:cubicBezTo>
                <a:cubicBezTo>
                  <a:pt x="765" y="1117"/>
                  <a:pt x="610" y="1064"/>
                  <a:pt x="496" y="966"/>
                </a:cubicBezTo>
                <a:cubicBezTo>
                  <a:pt x="366" y="853"/>
                  <a:pt x="264" y="666"/>
                  <a:pt x="315" y="491"/>
                </a:cubicBezTo>
                <a:cubicBezTo>
                  <a:pt x="368" y="303"/>
                  <a:pt x="567" y="308"/>
                  <a:pt x="650" y="166"/>
                </a:cubicBezTo>
                <a:cubicBezTo>
                  <a:pt x="679" y="116"/>
                  <a:pt x="664" y="33"/>
                  <a:pt x="603" y="16"/>
                </a:cubicBezTo>
                <a:cubicBezTo>
                  <a:pt x="565" y="6"/>
                  <a:pt x="528" y="1"/>
                  <a:pt x="4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 name="Google Shape;530;p9"/>
          <p:cNvSpPr/>
          <p:nvPr/>
        </p:nvSpPr>
        <p:spPr>
          <a:xfrm>
            <a:off x="8515511" y="4618855"/>
            <a:ext cx="74650" cy="64294"/>
          </a:xfrm>
          <a:custGeom>
            <a:avLst/>
            <a:gdLst/>
            <a:ahLst/>
            <a:cxnLst/>
            <a:rect l="l" t="t" r="r" b="b"/>
            <a:pathLst>
              <a:path w="1288" h="1064" extrusionOk="0">
                <a:moveTo>
                  <a:pt x="371" y="0"/>
                </a:moveTo>
                <a:cubicBezTo>
                  <a:pt x="166" y="0"/>
                  <a:pt x="22" y="154"/>
                  <a:pt x="11" y="383"/>
                </a:cubicBezTo>
                <a:cubicBezTo>
                  <a:pt x="1" y="620"/>
                  <a:pt x="135" y="869"/>
                  <a:pt x="342" y="984"/>
                </a:cubicBezTo>
                <a:cubicBezTo>
                  <a:pt x="436" y="1037"/>
                  <a:pt x="550" y="1064"/>
                  <a:pt x="666" y="1064"/>
                </a:cubicBezTo>
                <a:cubicBezTo>
                  <a:pt x="826" y="1064"/>
                  <a:pt x="988" y="1011"/>
                  <a:pt x="1097" y="902"/>
                </a:cubicBezTo>
                <a:cubicBezTo>
                  <a:pt x="1288" y="711"/>
                  <a:pt x="1163" y="430"/>
                  <a:pt x="948" y="322"/>
                </a:cubicBezTo>
                <a:cubicBezTo>
                  <a:pt x="943" y="320"/>
                  <a:pt x="938" y="318"/>
                  <a:pt x="933" y="318"/>
                </a:cubicBezTo>
                <a:cubicBezTo>
                  <a:pt x="896" y="318"/>
                  <a:pt x="896" y="408"/>
                  <a:pt x="912" y="429"/>
                </a:cubicBezTo>
                <a:cubicBezTo>
                  <a:pt x="1046" y="605"/>
                  <a:pt x="962" y="725"/>
                  <a:pt x="768" y="786"/>
                </a:cubicBezTo>
                <a:cubicBezTo>
                  <a:pt x="711" y="804"/>
                  <a:pt x="648" y="815"/>
                  <a:pt x="585" y="815"/>
                </a:cubicBezTo>
                <a:cubicBezTo>
                  <a:pt x="491" y="815"/>
                  <a:pt x="398" y="791"/>
                  <a:pt x="329" y="729"/>
                </a:cubicBezTo>
                <a:cubicBezTo>
                  <a:pt x="103" y="527"/>
                  <a:pt x="218" y="201"/>
                  <a:pt x="490" y="134"/>
                </a:cubicBezTo>
                <a:cubicBezTo>
                  <a:pt x="531" y="124"/>
                  <a:pt x="525" y="25"/>
                  <a:pt x="486" y="16"/>
                </a:cubicBezTo>
                <a:cubicBezTo>
                  <a:pt x="446" y="5"/>
                  <a:pt x="408" y="0"/>
                  <a:pt x="3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 name="Google Shape;531;p9"/>
          <p:cNvSpPr/>
          <p:nvPr/>
        </p:nvSpPr>
        <p:spPr>
          <a:xfrm>
            <a:off x="8018150" y="660425"/>
            <a:ext cx="250092" cy="181358"/>
          </a:xfrm>
          <a:custGeom>
            <a:avLst/>
            <a:gdLst/>
            <a:ahLst/>
            <a:cxnLst/>
            <a:rect l="l" t="t" r="r" b="b"/>
            <a:pathLst>
              <a:path w="7168" h="5198" extrusionOk="0">
                <a:moveTo>
                  <a:pt x="5467" y="1"/>
                </a:moveTo>
                <a:cubicBezTo>
                  <a:pt x="4475" y="1"/>
                  <a:pt x="3844" y="1080"/>
                  <a:pt x="3880" y="2028"/>
                </a:cubicBezTo>
                <a:cubicBezTo>
                  <a:pt x="3880" y="2028"/>
                  <a:pt x="2956" y="1084"/>
                  <a:pt x="2052" y="1084"/>
                </a:cubicBezTo>
                <a:cubicBezTo>
                  <a:pt x="1687" y="1084"/>
                  <a:pt x="1324" y="1239"/>
                  <a:pt x="1027" y="1673"/>
                </a:cubicBezTo>
                <a:cubicBezTo>
                  <a:pt x="0" y="3177"/>
                  <a:pt x="1781" y="4285"/>
                  <a:pt x="2889" y="4684"/>
                </a:cubicBezTo>
                <a:cubicBezTo>
                  <a:pt x="3998" y="5079"/>
                  <a:pt x="4988" y="5198"/>
                  <a:pt x="4988" y="5198"/>
                </a:cubicBezTo>
                <a:cubicBezTo>
                  <a:pt x="4988" y="5198"/>
                  <a:pt x="6110" y="3941"/>
                  <a:pt x="6708" y="2423"/>
                </a:cubicBezTo>
                <a:cubicBezTo>
                  <a:pt x="7168" y="1258"/>
                  <a:pt x="6843" y="129"/>
                  <a:pt x="5600" y="7"/>
                </a:cubicBezTo>
                <a:cubicBezTo>
                  <a:pt x="5555" y="3"/>
                  <a:pt x="5511" y="1"/>
                  <a:pt x="5467"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 name="Google Shape;532;p9"/>
          <p:cNvSpPr/>
          <p:nvPr/>
        </p:nvSpPr>
        <p:spPr>
          <a:xfrm>
            <a:off x="7150151" y="4475808"/>
            <a:ext cx="250092" cy="247231"/>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 name="Google Shape;533;p9"/>
          <p:cNvSpPr/>
          <p:nvPr/>
        </p:nvSpPr>
        <p:spPr>
          <a:xfrm>
            <a:off x="8463501" y="232633"/>
            <a:ext cx="250092" cy="247231"/>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 name="Google Shape;534;p9"/>
          <p:cNvSpPr/>
          <p:nvPr/>
        </p:nvSpPr>
        <p:spPr>
          <a:xfrm>
            <a:off x="1097326" y="1119008"/>
            <a:ext cx="250092" cy="247231"/>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80"/>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ackground">
  <p:cSld name="TITLE_ONLY_4_1">
    <p:spTree>
      <p:nvGrpSpPr>
        <p:cNvPr id="1" name="Shape 2655"/>
        <p:cNvGrpSpPr/>
        <p:nvPr/>
      </p:nvGrpSpPr>
      <p:grpSpPr>
        <a:xfrm>
          <a:off x="0" y="0"/>
          <a:ext cx="0" cy="0"/>
          <a:chOff x="0" y="0"/>
          <a:chExt cx="0" cy="0"/>
        </a:xfrm>
      </p:grpSpPr>
      <p:grpSp>
        <p:nvGrpSpPr>
          <p:cNvPr id="2656" name="Google Shape;2656;p55"/>
          <p:cNvGrpSpPr/>
          <p:nvPr/>
        </p:nvGrpSpPr>
        <p:grpSpPr>
          <a:xfrm>
            <a:off x="7842664" y="539498"/>
            <a:ext cx="860132" cy="881281"/>
            <a:chOff x="918850" y="1629150"/>
            <a:chExt cx="442250" cy="453124"/>
          </a:xfrm>
        </p:grpSpPr>
        <p:sp>
          <p:nvSpPr>
            <p:cNvPr id="2657" name="Google Shape;2657;p55"/>
            <p:cNvSpPr/>
            <p:nvPr/>
          </p:nvSpPr>
          <p:spPr>
            <a:xfrm>
              <a:off x="1015722" y="1741872"/>
              <a:ext cx="267869" cy="245600"/>
            </a:xfrm>
            <a:custGeom>
              <a:avLst/>
              <a:gdLst/>
              <a:ahLst/>
              <a:cxnLst/>
              <a:rect l="l" t="t" r="r" b="b"/>
              <a:pathLst>
                <a:path w="8384" h="7687" extrusionOk="0">
                  <a:moveTo>
                    <a:pt x="3609" y="0"/>
                  </a:moveTo>
                  <a:cubicBezTo>
                    <a:pt x="2511" y="0"/>
                    <a:pt x="1440" y="451"/>
                    <a:pt x="763" y="1473"/>
                  </a:cubicBezTo>
                  <a:cubicBezTo>
                    <a:pt x="753" y="1488"/>
                    <a:pt x="742" y="1494"/>
                    <a:pt x="732" y="1494"/>
                  </a:cubicBezTo>
                  <a:cubicBezTo>
                    <a:pt x="716" y="1494"/>
                    <a:pt x="702" y="1480"/>
                    <a:pt x="690" y="1460"/>
                  </a:cubicBezTo>
                  <a:cubicBezTo>
                    <a:pt x="199" y="2305"/>
                    <a:pt x="0" y="3343"/>
                    <a:pt x="0" y="4282"/>
                  </a:cubicBezTo>
                  <a:cubicBezTo>
                    <a:pt x="0" y="4508"/>
                    <a:pt x="24" y="4731"/>
                    <a:pt x="64" y="4945"/>
                  </a:cubicBezTo>
                  <a:cubicBezTo>
                    <a:pt x="111" y="4099"/>
                    <a:pt x="433" y="3241"/>
                    <a:pt x="913" y="2619"/>
                  </a:cubicBezTo>
                  <a:cubicBezTo>
                    <a:pt x="1503" y="1857"/>
                    <a:pt x="2437" y="1440"/>
                    <a:pt x="3379" y="1440"/>
                  </a:cubicBezTo>
                  <a:cubicBezTo>
                    <a:pt x="3844" y="1440"/>
                    <a:pt x="4312" y="1542"/>
                    <a:pt x="4741" y="1754"/>
                  </a:cubicBezTo>
                  <a:cubicBezTo>
                    <a:pt x="5985" y="2365"/>
                    <a:pt x="6505" y="4059"/>
                    <a:pt x="5403" y="5082"/>
                  </a:cubicBezTo>
                  <a:cubicBezTo>
                    <a:pt x="5075" y="5387"/>
                    <a:pt x="4597" y="5552"/>
                    <a:pt x="4131" y="5552"/>
                  </a:cubicBezTo>
                  <a:cubicBezTo>
                    <a:pt x="3511" y="5552"/>
                    <a:pt x="2912" y="5260"/>
                    <a:pt x="2713" y="4616"/>
                  </a:cubicBezTo>
                  <a:cubicBezTo>
                    <a:pt x="2506" y="3952"/>
                    <a:pt x="2911" y="3302"/>
                    <a:pt x="3480" y="3302"/>
                  </a:cubicBezTo>
                  <a:cubicBezTo>
                    <a:pt x="3644" y="3302"/>
                    <a:pt x="3821" y="3355"/>
                    <a:pt x="4001" y="3477"/>
                  </a:cubicBezTo>
                  <a:cubicBezTo>
                    <a:pt x="4070" y="3525"/>
                    <a:pt x="4072" y="3671"/>
                    <a:pt x="3988" y="3671"/>
                  </a:cubicBezTo>
                  <a:cubicBezTo>
                    <a:pt x="3977" y="3671"/>
                    <a:pt x="3964" y="3669"/>
                    <a:pt x="3950" y="3663"/>
                  </a:cubicBezTo>
                  <a:cubicBezTo>
                    <a:pt x="3859" y="3628"/>
                    <a:pt x="3775" y="3612"/>
                    <a:pt x="3699" y="3612"/>
                  </a:cubicBezTo>
                  <a:cubicBezTo>
                    <a:pt x="2974" y="3612"/>
                    <a:pt x="2903" y="5041"/>
                    <a:pt x="4045" y="5041"/>
                  </a:cubicBezTo>
                  <a:cubicBezTo>
                    <a:pt x="4151" y="5041"/>
                    <a:pt x="4268" y="5028"/>
                    <a:pt x="4396" y="5001"/>
                  </a:cubicBezTo>
                  <a:cubicBezTo>
                    <a:pt x="5322" y="4809"/>
                    <a:pt x="5745" y="3886"/>
                    <a:pt x="5346" y="3008"/>
                  </a:cubicBezTo>
                  <a:cubicBezTo>
                    <a:pt x="4990" y="2221"/>
                    <a:pt x="4271" y="1890"/>
                    <a:pt x="3513" y="1890"/>
                  </a:cubicBezTo>
                  <a:cubicBezTo>
                    <a:pt x="2620" y="1890"/>
                    <a:pt x="1673" y="2349"/>
                    <a:pt x="1203" y="3065"/>
                  </a:cubicBezTo>
                  <a:cubicBezTo>
                    <a:pt x="520" y="4106"/>
                    <a:pt x="297" y="5823"/>
                    <a:pt x="1233" y="6790"/>
                  </a:cubicBezTo>
                  <a:cubicBezTo>
                    <a:pt x="1869" y="7448"/>
                    <a:pt x="2849" y="7687"/>
                    <a:pt x="3753" y="7687"/>
                  </a:cubicBezTo>
                  <a:cubicBezTo>
                    <a:pt x="3874" y="7687"/>
                    <a:pt x="3992" y="7682"/>
                    <a:pt x="4109" y="7674"/>
                  </a:cubicBezTo>
                  <a:cubicBezTo>
                    <a:pt x="6732" y="7499"/>
                    <a:pt x="8384" y="5073"/>
                    <a:pt x="7468" y="2545"/>
                  </a:cubicBezTo>
                  <a:cubicBezTo>
                    <a:pt x="6901" y="977"/>
                    <a:pt x="5225" y="0"/>
                    <a:pt x="360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8" name="Google Shape;2658;p55"/>
            <p:cNvSpPr/>
            <p:nvPr/>
          </p:nvSpPr>
          <p:spPr>
            <a:xfrm>
              <a:off x="1016680" y="1729347"/>
              <a:ext cx="282406" cy="275153"/>
            </a:xfrm>
            <a:custGeom>
              <a:avLst/>
              <a:gdLst/>
              <a:ahLst/>
              <a:cxnLst/>
              <a:rect l="l" t="t" r="r" b="b"/>
              <a:pathLst>
                <a:path w="8839" h="8612" extrusionOk="0">
                  <a:moveTo>
                    <a:pt x="3937" y="1"/>
                  </a:moveTo>
                  <a:cubicBezTo>
                    <a:pt x="2672" y="1"/>
                    <a:pt x="1101" y="550"/>
                    <a:pt x="639" y="1754"/>
                  </a:cubicBezTo>
                  <a:cubicBezTo>
                    <a:pt x="632" y="1778"/>
                    <a:pt x="643" y="1822"/>
                    <a:pt x="660" y="1852"/>
                  </a:cubicBezTo>
                  <a:cubicBezTo>
                    <a:pt x="672" y="1872"/>
                    <a:pt x="686" y="1886"/>
                    <a:pt x="702" y="1886"/>
                  </a:cubicBezTo>
                  <a:cubicBezTo>
                    <a:pt x="712" y="1886"/>
                    <a:pt x="723" y="1880"/>
                    <a:pt x="733" y="1865"/>
                  </a:cubicBezTo>
                  <a:cubicBezTo>
                    <a:pt x="1410" y="843"/>
                    <a:pt x="2481" y="392"/>
                    <a:pt x="3579" y="392"/>
                  </a:cubicBezTo>
                  <a:cubicBezTo>
                    <a:pt x="5195" y="392"/>
                    <a:pt x="6871" y="1369"/>
                    <a:pt x="7438" y="2937"/>
                  </a:cubicBezTo>
                  <a:cubicBezTo>
                    <a:pt x="8354" y="5465"/>
                    <a:pt x="6702" y="7891"/>
                    <a:pt x="4079" y="8066"/>
                  </a:cubicBezTo>
                  <a:cubicBezTo>
                    <a:pt x="3962" y="8074"/>
                    <a:pt x="3844" y="8079"/>
                    <a:pt x="3723" y="8079"/>
                  </a:cubicBezTo>
                  <a:cubicBezTo>
                    <a:pt x="2819" y="8079"/>
                    <a:pt x="1839" y="7840"/>
                    <a:pt x="1203" y="7182"/>
                  </a:cubicBezTo>
                  <a:cubicBezTo>
                    <a:pt x="267" y="6215"/>
                    <a:pt x="490" y="4498"/>
                    <a:pt x="1173" y="3457"/>
                  </a:cubicBezTo>
                  <a:cubicBezTo>
                    <a:pt x="1643" y="2741"/>
                    <a:pt x="2590" y="2282"/>
                    <a:pt x="3483" y="2282"/>
                  </a:cubicBezTo>
                  <a:cubicBezTo>
                    <a:pt x="4241" y="2282"/>
                    <a:pt x="4960" y="2613"/>
                    <a:pt x="5316" y="3400"/>
                  </a:cubicBezTo>
                  <a:cubicBezTo>
                    <a:pt x="5715" y="4278"/>
                    <a:pt x="5292" y="5201"/>
                    <a:pt x="4366" y="5393"/>
                  </a:cubicBezTo>
                  <a:cubicBezTo>
                    <a:pt x="4238" y="5420"/>
                    <a:pt x="4121" y="5433"/>
                    <a:pt x="4015" y="5433"/>
                  </a:cubicBezTo>
                  <a:cubicBezTo>
                    <a:pt x="2873" y="5433"/>
                    <a:pt x="2944" y="4004"/>
                    <a:pt x="3669" y="4004"/>
                  </a:cubicBezTo>
                  <a:cubicBezTo>
                    <a:pt x="3745" y="4004"/>
                    <a:pt x="3829" y="4020"/>
                    <a:pt x="3920" y="4055"/>
                  </a:cubicBezTo>
                  <a:cubicBezTo>
                    <a:pt x="3934" y="4061"/>
                    <a:pt x="3947" y="4063"/>
                    <a:pt x="3958" y="4063"/>
                  </a:cubicBezTo>
                  <a:cubicBezTo>
                    <a:pt x="4042" y="4063"/>
                    <a:pt x="4040" y="3917"/>
                    <a:pt x="3971" y="3869"/>
                  </a:cubicBezTo>
                  <a:cubicBezTo>
                    <a:pt x="3791" y="3747"/>
                    <a:pt x="3614" y="3694"/>
                    <a:pt x="3450" y="3694"/>
                  </a:cubicBezTo>
                  <a:cubicBezTo>
                    <a:pt x="2881" y="3694"/>
                    <a:pt x="2476" y="4344"/>
                    <a:pt x="2683" y="5008"/>
                  </a:cubicBezTo>
                  <a:cubicBezTo>
                    <a:pt x="2882" y="5652"/>
                    <a:pt x="3481" y="5944"/>
                    <a:pt x="4101" y="5944"/>
                  </a:cubicBezTo>
                  <a:cubicBezTo>
                    <a:pt x="4567" y="5944"/>
                    <a:pt x="5045" y="5779"/>
                    <a:pt x="5373" y="5474"/>
                  </a:cubicBezTo>
                  <a:cubicBezTo>
                    <a:pt x="6475" y="4451"/>
                    <a:pt x="5955" y="2757"/>
                    <a:pt x="4711" y="2146"/>
                  </a:cubicBezTo>
                  <a:cubicBezTo>
                    <a:pt x="4282" y="1934"/>
                    <a:pt x="3814" y="1832"/>
                    <a:pt x="3349" y="1832"/>
                  </a:cubicBezTo>
                  <a:cubicBezTo>
                    <a:pt x="2407" y="1832"/>
                    <a:pt x="1473" y="2249"/>
                    <a:pt x="883" y="3011"/>
                  </a:cubicBezTo>
                  <a:cubicBezTo>
                    <a:pt x="403" y="3633"/>
                    <a:pt x="81" y="4491"/>
                    <a:pt x="34" y="5337"/>
                  </a:cubicBezTo>
                  <a:cubicBezTo>
                    <a:pt x="0" y="5894"/>
                    <a:pt x="85" y="6448"/>
                    <a:pt x="331" y="6928"/>
                  </a:cubicBezTo>
                  <a:cubicBezTo>
                    <a:pt x="913" y="8057"/>
                    <a:pt x="2210" y="8540"/>
                    <a:pt x="3413" y="8604"/>
                  </a:cubicBezTo>
                  <a:cubicBezTo>
                    <a:pt x="3505" y="8609"/>
                    <a:pt x="3596" y="8611"/>
                    <a:pt x="3687" y="8611"/>
                  </a:cubicBezTo>
                  <a:cubicBezTo>
                    <a:pt x="6555" y="8611"/>
                    <a:pt x="8838" y="6266"/>
                    <a:pt x="8121" y="3281"/>
                  </a:cubicBezTo>
                  <a:cubicBezTo>
                    <a:pt x="7685" y="1474"/>
                    <a:pt x="6215" y="230"/>
                    <a:pt x="4377" y="24"/>
                  </a:cubicBezTo>
                  <a:cubicBezTo>
                    <a:pt x="4236" y="9"/>
                    <a:pt x="4089" y="1"/>
                    <a:pt x="39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59" name="Google Shape;2659;p55"/>
            <p:cNvSpPr/>
            <p:nvPr/>
          </p:nvSpPr>
          <p:spPr>
            <a:xfrm>
              <a:off x="1150678" y="1629150"/>
              <a:ext cx="11694" cy="53037"/>
            </a:xfrm>
            <a:custGeom>
              <a:avLst/>
              <a:gdLst/>
              <a:ahLst/>
              <a:cxnLst/>
              <a:rect l="l" t="t" r="r" b="b"/>
              <a:pathLst>
                <a:path w="366" h="1660" extrusionOk="0">
                  <a:moveTo>
                    <a:pt x="123" y="0"/>
                  </a:moveTo>
                  <a:cubicBezTo>
                    <a:pt x="74" y="0"/>
                    <a:pt x="34" y="29"/>
                    <a:pt x="30" y="102"/>
                  </a:cubicBezTo>
                  <a:cubicBezTo>
                    <a:pt x="0" y="581"/>
                    <a:pt x="34" y="1088"/>
                    <a:pt x="105" y="1562"/>
                  </a:cubicBezTo>
                  <a:cubicBezTo>
                    <a:pt x="112" y="1606"/>
                    <a:pt x="167" y="1660"/>
                    <a:pt x="210" y="1660"/>
                  </a:cubicBezTo>
                  <a:cubicBezTo>
                    <a:pt x="232" y="1660"/>
                    <a:pt x="250" y="1645"/>
                    <a:pt x="257" y="1609"/>
                  </a:cubicBezTo>
                  <a:cubicBezTo>
                    <a:pt x="334" y="1149"/>
                    <a:pt x="365" y="649"/>
                    <a:pt x="331" y="183"/>
                  </a:cubicBezTo>
                  <a:cubicBezTo>
                    <a:pt x="325" y="88"/>
                    <a:pt x="209"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0" name="Google Shape;2660;p55"/>
            <p:cNvSpPr/>
            <p:nvPr/>
          </p:nvSpPr>
          <p:spPr>
            <a:xfrm>
              <a:off x="1248317" y="1682188"/>
              <a:ext cx="31151" cy="46296"/>
            </a:xfrm>
            <a:custGeom>
              <a:avLst/>
              <a:gdLst/>
              <a:ahLst/>
              <a:cxnLst/>
              <a:rect l="l" t="t" r="r" b="b"/>
              <a:pathLst>
                <a:path w="975" h="1449" extrusionOk="0">
                  <a:moveTo>
                    <a:pt x="755" y="0"/>
                  </a:moveTo>
                  <a:cubicBezTo>
                    <a:pt x="727" y="0"/>
                    <a:pt x="701" y="12"/>
                    <a:pt x="681" y="40"/>
                  </a:cubicBezTo>
                  <a:cubicBezTo>
                    <a:pt x="414" y="412"/>
                    <a:pt x="84" y="881"/>
                    <a:pt x="6" y="1341"/>
                  </a:cubicBezTo>
                  <a:cubicBezTo>
                    <a:pt x="1" y="1381"/>
                    <a:pt x="27" y="1448"/>
                    <a:pt x="66" y="1448"/>
                  </a:cubicBezTo>
                  <a:cubicBezTo>
                    <a:pt x="77" y="1448"/>
                    <a:pt x="88" y="1444"/>
                    <a:pt x="101" y="1432"/>
                  </a:cubicBezTo>
                  <a:cubicBezTo>
                    <a:pt x="263" y="1281"/>
                    <a:pt x="374" y="1064"/>
                    <a:pt x="492" y="878"/>
                  </a:cubicBezTo>
                  <a:cubicBezTo>
                    <a:pt x="624" y="669"/>
                    <a:pt x="770" y="462"/>
                    <a:pt x="908" y="253"/>
                  </a:cubicBezTo>
                  <a:cubicBezTo>
                    <a:pt x="974" y="153"/>
                    <a:pt x="854" y="0"/>
                    <a:pt x="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1" name="Google Shape;2661;p55"/>
            <p:cNvSpPr/>
            <p:nvPr/>
          </p:nvSpPr>
          <p:spPr>
            <a:xfrm>
              <a:off x="1308638" y="1782322"/>
              <a:ext cx="52462" cy="28084"/>
            </a:xfrm>
            <a:custGeom>
              <a:avLst/>
              <a:gdLst/>
              <a:ahLst/>
              <a:cxnLst/>
              <a:rect l="l" t="t" r="r" b="b"/>
              <a:pathLst>
                <a:path w="1642" h="879" extrusionOk="0">
                  <a:moveTo>
                    <a:pt x="1421" y="0"/>
                  </a:moveTo>
                  <a:cubicBezTo>
                    <a:pt x="1402" y="0"/>
                    <a:pt x="1383" y="6"/>
                    <a:pt x="1365" y="18"/>
                  </a:cubicBezTo>
                  <a:cubicBezTo>
                    <a:pt x="1112" y="201"/>
                    <a:pt x="855" y="309"/>
                    <a:pt x="561" y="410"/>
                  </a:cubicBezTo>
                  <a:cubicBezTo>
                    <a:pt x="351" y="485"/>
                    <a:pt x="17" y="566"/>
                    <a:pt x="0" y="829"/>
                  </a:cubicBezTo>
                  <a:cubicBezTo>
                    <a:pt x="0" y="846"/>
                    <a:pt x="7" y="876"/>
                    <a:pt x="30" y="876"/>
                  </a:cubicBezTo>
                  <a:cubicBezTo>
                    <a:pt x="41" y="878"/>
                    <a:pt x="53" y="879"/>
                    <a:pt x="64" y="879"/>
                  </a:cubicBezTo>
                  <a:cubicBezTo>
                    <a:pt x="153" y="879"/>
                    <a:pt x="230" y="832"/>
                    <a:pt x="314" y="799"/>
                  </a:cubicBezTo>
                  <a:cubicBezTo>
                    <a:pt x="459" y="742"/>
                    <a:pt x="608" y="698"/>
                    <a:pt x="757" y="650"/>
                  </a:cubicBezTo>
                  <a:cubicBezTo>
                    <a:pt x="1031" y="563"/>
                    <a:pt x="1372" y="478"/>
                    <a:pt x="1565" y="252"/>
                  </a:cubicBezTo>
                  <a:cubicBezTo>
                    <a:pt x="1641" y="163"/>
                    <a:pt x="1526" y="0"/>
                    <a:pt x="1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2" name="Google Shape;2662;p55"/>
            <p:cNvSpPr/>
            <p:nvPr/>
          </p:nvSpPr>
          <p:spPr>
            <a:xfrm>
              <a:off x="1297711" y="1901817"/>
              <a:ext cx="51056" cy="23004"/>
            </a:xfrm>
            <a:custGeom>
              <a:avLst/>
              <a:gdLst/>
              <a:ahLst/>
              <a:cxnLst/>
              <a:rect l="l" t="t" r="r" b="b"/>
              <a:pathLst>
                <a:path w="1598" h="720" extrusionOk="0">
                  <a:moveTo>
                    <a:pt x="84" y="1"/>
                  </a:moveTo>
                  <a:cubicBezTo>
                    <a:pt x="16" y="1"/>
                    <a:pt x="1" y="70"/>
                    <a:pt x="21" y="137"/>
                  </a:cubicBezTo>
                  <a:cubicBezTo>
                    <a:pt x="18" y="141"/>
                    <a:pt x="14" y="145"/>
                    <a:pt x="14" y="145"/>
                  </a:cubicBezTo>
                  <a:cubicBezTo>
                    <a:pt x="18" y="154"/>
                    <a:pt x="27" y="158"/>
                    <a:pt x="31" y="165"/>
                  </a:cubicBezTo>
                  <a:cubicBezTo>
                    <a:pt x="44" y="198"/>
                    <a:pt x="68" y="226"/>
                    <a:pt x="96" y="239"/>
                  </a:cubicBezTo>
                  <a:cubicBezTo>
                    <a:pt x="99" y="239"/>
                    <a:pt x="99" y="243"/>
                    <a:pt x="102" y="243"/>
                  </a:cubicBezTo>
                  <a:cubicBezTo>
                    <a:pt x="210" y="324"/>
                    <a:pt x="375" y="368"/>
                    <a:pt x="484" y="405"/>
                  </a:cubicBezTo>
                  <a:cubicBezTo>
                    <a:pt x="774" y="513"/>
                    <a:pt x="1082" y="577"/>
                    <a:pt x="1369" y="702"/>
                  </a:cubicBezTo>
                  <a:cubicBezTo>
                    <a:pt x="1398" y="714"/>
                    <a:pt x="1424" y="720"/>
                    <a:pt x="1446" y="720"/>
                  </a:cubicBezTo>
                  <a:cubicBezTo>
                    <a:pt x="1589" y="720"/>
                    <a:pt x="1597" y="498"/>
                    <a:pt x="1437" y="425"/>
                  </a:cubicBezTo>
                  <a:cubicBezTo>
                    <a:pt x="1024" y="239"/>
                    <a:pt x="551" y="137"/>
                    <a:pt x="119" y="6"/>
                  </a:cubicBezTo>
                  <a:cubicBezTo>
                    <a:pt x="106" y="2"/>
                    <a:pt x="94"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3" name="Google Shape;2663;p55"/>
            <p:cNvSpPr/>
            <p:nvPr/>
          </p:nvSpPr>
          <p:spPr>
            <a:xfrm>
              <a:off x="1208444" y="2023454"/>
              <a:ext cx="40321" cy="45401"/>
            </a:xfrm>
            <a:custGeom>
              <a:avLst/>
              <a:gdLst/>
              <a:ahLst/>
              <a:cxnLst/>
              <a:rect l="l" t="t" r="r" b="b"/>
              <a:pathLst>
                <a:path w="1262" h="1421" extrusionOk="0">
                  <a:moveTo>
                    <a:pt x="143" y="0"/>
                  </a:moveTo>
                  <a:cubicBezTo>
                    <a:pt x="69" y="0"/>
                    <a:pt x="0" y="46"/>
                    <a:pt x="27" y="136"/>
                  </a:cubicBezTo>
                  <a:cubicBezTo>
                    <a:pt x="104" y="410"/>
                    <a:pt x="277" y="697"/>
                    <a:pt x="436" y="933"/>
                  </a:cubicBezTo>
                  <a:cubicBezTo>
                    <a:pt x="571" y="1129"/>
                    <a:pt x="747" y="1366"/>
                    <a:pt x="997" y="1416"/>
                  </a:cubicBezTo>
                  <a:cubicBezTo>
                    <a:pt x="1011" y="1419"/>
                    <a:pt x="1025" y="1420"/>
                    <a:pt x="1039" y="1420"/>
                  </a:cubicBezTo>
                  <a:cubicBezTo>
                    <a:pt x="1190" y="1420"/>
                    <a:pt x="1262" y="1255"/>
                    <a:pt x="1126" y="1146"/>
                  </a:cubicBezTo>
                  <a:cubicBezTo>
                    <a:pt x="936" y="998"/>
                    <a:pt x="808" y="862"/>
                    <a:pt x="675" y="656"/>
                  </a:cubicBezTo>
                  <a:cubicBezTo>
                    <a:pt x="544" y="450"/>
                    <a:pt x="432" y="210"/>
                    <a:pt x="254" y="41"/>
                  </a:cubicBezTo>
                  <a:cubicBezTo>
                    <a:pt x="225" y="14"/>
                    <a:pt x="184" y="0"/>
                    <a:pt x="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4" name="Google Shape;2664;p55"/>
            <p:cNvSpPr/>
            <p:nvPr/>
          </p:nvSpPr>
          <p:spPr>
            <a:xfrm>
              <a:off x="1102721" y="2034636"/>
              <a:ext cx="14282" cy="47637"/>
            </a:xfrm>
            <a:custGeom>
              <a:avLst/>
              <a:gdLst/>
              <a:ahLst/>
              <a:cxnLst/>
              <a:rect l="l" t="t" r="r" b="b"/>
              <a:pathLst>
                <a:path w="447" h="1491" extrusionOk="0">
                  <a:moveTo>
                    <a:pt x="170" y="1"/>
                  </a:moveTo>
                  <a:cubicBezTo>
                    <a:pt x="140" y="1"/>
                    <a:pt x="113" y="18"/>
                    <a:pt x="102" y="63"/>
                  </a:cubicBezTo>
                  <a:cubicBezTo>
                    <a:pt x="38" y="327"/>
                    <a:pt x="55" y="610"/>
                    <a:pt x="48" y="880"/>
                  </a:cubicBezTo>
                  <a:cubicBezTo>
                    <a:pt x="44" y="1117"/>
                    <a:pt x="1" y="1289"/>
                    <a:pt x="177" y="1462"/>
                  </a:cubicBezTo>
                  <a:cubicBezTo>
                    <a:pt x="192" y="1478"/>
                    <a:pt x="209" y="1490"/>
                    <a:pt x="229" y="1490"/>
                  </a:cubicBezTo>
                  <a:cubicBezTo>
                    <a:pt x="239" y="1490"/>
                    <a:pt x="250" y="1487"/>
                    <a:pt x="261" y="1479"/>
                  </a:cubicBezTo>
                  <a:cubicBezTo>
                    <a:pt x="447" y="1350"/>
                    <a:pt x="383" y="1147"/>
                    <a:pt x="379" y="938"/>
                  </a:cubicBezTo>
                  <a:cubicBezTo>
                    <a:pt x="372" y="671"/>
                    <a:pt x="386" y="387"/>
                    <a:pt x="325" y="127"/>
                  </a:cubicBezTo>
                  <a:cubicBezTo>
                    <a:pt x="312" y="71"/>
                    <a:pt x="232" y="1"/>
                    <a:pt x="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5" name="Google Shape;2665;p55"/>
            <p:cNvSpPr/>
            <p:nvPr/>
          </p:nvSpPr>
          <p:spPr>
            <a:xfrm>
              <a:off x="950896" y="2001408"/>
              <a:ext cx="62271" cy="34059"/>
            </a:xfrm>
            <a:custGeom>
              <a:avLst/>
              <a:gdLst/>
              <a:ahLst/>
              <a:cxnLst/>
              <a:rect l="l" t="t" r="r" b="b"/>
              <a:pathLst>
                <a:path w="1949" h="1066" extrusionOk="0">
                  <a:moveTo>
                    <a:pt x="1663" y="1"/>
                  </a:moveTo>
                  <a:cubicBezTo>
                    <a:pt x="1399" y="1"/>
                    <a:pt x="1135" y="172"/>
                    <a:pt x="914" y="302"/>
                  </a:cubicBezTo>
                  <a:cubicBezTo>
                    <a:pt x="650" y="454"/>
                    <a:pt x="390" y="620"/>
                    <a:pt x="140" y="799"/>
                  </a:cubicBezTo>
                  <a:cubicBezTo>
                    <a:pt x="0" y="895"/>
                    <a:pt x="172" y="1066"/>
                    <a:pt x="318" y="1066"/>
                  </a:cubicBezTo>
                  <a:cubicBezTo>
                    <a:pt x="346" y="1066"/>
                    <a:pt x="373" y="1059"/>
                    <a:pt x="397" y="1045"/>
                  </a:cubicBezTo>
                  <a:cubicBezTo>
                    <a:pt x="846" y="775"/>
                    <a:pt x="1272" y="386"/>
                    <a:pt x="1792" y="258"/>
                  </a:cubicBezTo>
                  <a:cubicBezTo>
                    <a:pt x="1948" y="217"/>
                    <a:pt x="1772" y="1"/>
                    <a:pt x="1671" y="1"/>
                  </a:cubicBezTo>
                  <a:cubicBezTo>
                    <a:pt x="1668" y="1"/>
                    <a:pt x="1666" y="1"/>
                    <a:pt x="16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6" name="Google Shape;2666;p55"/>
            <p:cNvSpPr/>
            <p:nvPr/>
          </p:nvSpPr>
          <p:spPr>
            <a:xfrm>
              <a:off x="923483" y="1883030"/>
              <a:ext cx="68724" cy="14026"/>
            </a:xfrm>
            <a:custGeom>
              <a:avLst/>
              <a:gdLst/>
              <a:ahLst/>
              <a:cxnLst/>
              <a:rect l="l" t="t" r="r" b="b"/>
              <a:pathLst>
                <a:path w="2151" h="439" extrusionOk="0">
                  <a:moveTo>
                    <a:pt x="1755" y="1"/>
                  </a:moveTo>
                  <a:cubicBezTo>
                    <a:pt x="1237" y="1"/>
                    <a:pt x="718" y="108"/>
                    <a:pt x="200" y="124"/>
                  </a:cubicBezTo>
                  <a:cubicBezTo>
                    <a:pt x="1" y="128"/>
                    <a:pt x="99" y="398"/>
                    <a:pt x="247" y="415"/>
                  </a:cubicBezTo>
                  <a:cubicBezTo>
                    <a:pt x="376" y="432"/>
                    <a:pt x="505" y="439"/>
                    <a:pt x="635" y="439"/>
                  </a:cubicBezTo>
                  <a:cubicBezTo>
                    <a:pt x="1060" y="439"/>
                    <a:pt x="1491" y="365"/>
                    <a:pt x="1910" y="347"/>
                  </a:cubicBezTo>
                  <a:cubicBezTo>
                    <a:pt x="2150" y="334"/>
                    <a:pt x="2069" y="6"/>
                    <a:pt x="1863" y="3"/>
                  </a:cubicBezTo>
                  <a:cubicBezTo>
                    <a:pt x="1827" y="2"/>
                    <a:pt x="1791" y="1"/>
                    <a:pt x="17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7" name="Google Shape;2667;p55"/>
            <p:cNvSpPr/>
            <p:nvPr/>
          </p:nvSpPr>
          <p:spPr>
            <a:xfrm>
              <a:off x="918850" y="1768104"/>
              <a:ext cx="74507" cy="19170"/>
            </a:xfrm>
            <a:custGeom>
              <a:avLst/>
              <a:gdLst/>
              <a:ahLst/>
              <a:cxnLst/>
              <a:rect l="l" t="t" r="r" b="b"/>
              <a:pathLst>
                <a:path w="2332" h="600" extrusionOk="0">
                  <a:moveTo>
                    <a:pt x="475" y="1"/>
                  </a:moveTo>
                  <a:cubicBezTo>
                    <a:pt x="362" y="1"/>
                    <a:pt x="249" y="9"/>
                    <a:pt x="136" y="28"/>
                  </a:cubicBezTo>
                  <a:cubicBezTo>
                    <a:pt x="1" y="51"/>
                    <a:pt x="126" y="267"/>
                    <a:pt x="224" y="271"/>
                  </a:cubicBezTo>
                  <a:cubicBezTo>
                    <a:pt x="866" y="301"/>
                    <a:pt x="1454" y="480"/>
                    <a:pt x="2083" y="596"/>
                  </a:cubicBezTo>
                  <a:cubicBezTo>
                    <a:pt x="2098" y="598"/>
                    <a:pt x="2113" y="600"/>
                    <a:pt x="2127" y="600"/>
                  </a:cubicBezTo>
                  <a:cubicBezTo>
                    <a:pt x="2327" y="600"/>
                    <a:pt x="2332" y="325"/>
                    <a:pt x="2123" y="287"/>
                  </a:cubicBezTo>
                  <a:cubicBezTo>
                    <a:pt x="1587" y="198"/>
                    <a:pt x="1030" y="1"/>
                    <a:pt x="4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68" name="Google Shape;2668;p55"/>
            <p:cNvSpPr/>
            <p:nvPr/>
          </p:nvSpPr>
          <p:spPr>
            <a:xfrm>
              <a:off x="1011505" y="1660877"/>
              <a:ext cx="34921" cy="38691"/>
            </a:xfrm>
            <a:custGeom>
              <a:avLst/>
              <a:gdLst/>
              <a:ahLst/>
              <a:cxnLst/>
              <a:rect l="l" t="t" r="r" b="b"/>
              <a:pathLst>
                <a:path w="1093" h="1211" extrusionOk="0">
                  <a:moveTo>
                    <a:pt x="137" y="1"/>
                  </a:moveTo>
                  <a:cubicBezTo>
                    <a:pt x="131" y="1"/>
                    <a:pt x="125" y="2"/>
                    <a:pt x="118" y="4"/>
                  </a:cubicBezTo>
                  <a:cubicBezTo>
                    <a:pt x="98" y="11"/>
                    <a:pt x="78" y="18"/>
                    <a:pt x="58" y="25"/>
                  </a:cubicBezTo>
                  <a:cubicBezTo>
                    <a:pt x="17" y="42"/>
                    <a:pt x="0" y="99"/>
                    <a:pt x="11" y="136"/>
                  </a:cubicBezTo>
                  <a:cubicBezTo>
                    <a:pt x="108" y="531"/>
                    <a:pt x="470" y="772"/>
                    <a:pt x="672" y="1106"/>
                  </a:cubicBezTo>
                  <a:cubicBezTo>
                    <a:pt x="714" y="1177"/>
                    <a:pt x="803" y="1210"/>
                    <a:pt x="882" y="1210"/>
                  </a:cubicBezTo>
                  <a:cubicBezTo>
                    <a:pt x="996" y="1210"/>
                    <a:pt x="1093" y="1143"/>
                    <a:pt x="1017" y="1025"/>
                  </a:cubicBezTo>
                  <a:cubicBezTo>
                    <a:pt x="882" y="812"/>
                    <a:pt x="706" y="639"/>
                    <a:pt x="538" y="457"/>
                  </a:cubicBezTo>
                  <a:cubicBezTo>
                    <a:pt x="460" y="372"/>
                    <a:pt x="379" y="288"/>
                    <a:pt x="315" y="193"/>
                  </a:cubicBezTo>
                  <a:cubicBezTo>
                    <a:pt x="286" y="153"/>
                    <a:pt x="210" y="1"/>
                    <a:pt x="1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669" name="Google Shape;2669;p55"/>
          <p:cNvSpPr/>
          <p:nvPr/>
        </p:nvSpPr>
        <p:spPr>
          <a:xfrm>
            <a:off x="8195000" y="229463"/>
            <a:ext cx="160800" cy="158950"/>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0" name="Google Shape;2670;p55"/>
          <p:cNvSpPr/>
          <p:nvPr/>
        </p:nvSpPr>
        <p:spPr>
          <a:xfrm rot="2209237">
            <a:off x="8773029" y="571836"/>
            <a:ext cx="160797" cy="158947"/>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1" name="Google Shape;2671;p55"/>
          <p:cNvSpPr/>
          <p:nvPr/>
        </p:nvSpPr>
        <p:spPr>
          <a:xfrm rot="2209237">
            <a:off x="7501079" y="1050061"/>
            <a:ext cx="160797" cy="158947"/>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2" name="Google Shape;2672;p55"/>
          <p:cNvSpPr/>
          <p:nvPr/>
        </p:nvSpPr>
        <p:spPr>
          <a:xfrm>
            <a:off x="7535850" y="442263"/>
            <a:ext cx="268173" cy="194470"/>
          </a:xfrm>
          <a:custGeom>
            <a:avLst/>
            <a:gdLst/>
            <a:ahLst/>
            <a:cxnLst/>
            <a:rect l="l" t="t" r="r" b="b"/>
            <a:pathLst>
              <a:path w="7168" h="5198" extrusionOk="0">
                <a:moveTo>
                  <a:pt x="5467" y="1"/>
                </a:moveTo>
                <a:cubicBezTo>
                  <a:pt x="4475" y="1"/>
                  <a:pt x="3844" y="1080"/>
                  <a:pt x="3880" y="2028"/>
                </a:cubicBezTo>
                <a:cubicBezTo>
                  <a:pt x="3880" y="2028"/>
                  <a:pt x="2956" y="1084"/>
                  <a:pt x="2052" y="1084"/>
                </a:cubicBezTo>
                <a:cubicBezTo>
                  <a:pt x="1687" y="1084"/>
                  <a:pt x="1324" y="1239"/>
                  <a:pt x="1027" y="1673"/>
                </a:cubicBezTo>
                <a:cubicBezTo>
                  <a:pt x="0" y="3177"/>
                  <a:pt x="1781" y="4285"/>
                  <a:pt x="2889" y="4684"/>
                </a:cubicBezTo>
                <a:cubicBezTo>
                  <a:pt x="3998" y="5079"/>
                  <a:pt x="4988" y="5198"/>
                  <a:pt x="4988" y="5198"/>
                </a:cubicBezTo>
                <a:cubicBezTo>
                  <a:pt x="4988" y="5198"/>
                  <a:pt x="6110" y="3941"/>
                  <a:pt x="6708" y="2423"/>
                </a:cubicBezTo>
                <a:cubicBezTo>
                  <a:pt x="7168" y="1258"/>
                  <a:pt x="6843" y="129"/>
                  <a:pt x="5600" y="7"/>
                </a:cubicBezTo>
                <a:cubicBezTo>
                  <a:pt x="5555" y="3"/>
                  <a:pt x="5511" y="1"/>
                  <a:pt x="546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3" name="Google Shape;2673;p55"/>
          <p:cNvSpPr/>
          <p:nvPr/>
        </p:nvSpPr>
        <p:spPr>
          <a:xfrm rot="10800000" flipH="1">
            <a:off x="-4385" y="4061805"/>
            <a:ext cx="640745" cy="985667"/>
          </a:xfrm>
          <a:custGeom>
            <a:avLst/>
            <a:gdLst/>
            <a:ahLst/>
            <a:cxnLst/>
            <a:rect l="l" t="t" r="r" b="b"/>
            <a:pathLst>
              <a:path w="8313" h="12788" extrusionOk="0">
                <a:moveTo>
                  <a:pt x="278" y="0"/>
                </a:moveTo>
                <a:cubicBezTo>
                  <a:pt x="186" y="0"/>
                  <a:pt x="93" y="3"/>
                  <a:pt x="0" y="10"/>
                </a:cubicBezTo>
                <a:lnTo>
                  <a:pt x="0" y="12773"/>
                </a:lnTo>
                <a:cubicBezTo>
                  <a:pt x="108" y="12782"/>
                  <a:pt x="218" y="12787"/>
                  <a:pt x="329" y="12787"/>
                </a:cubicBezTo>
                <a:cubicBezTo>
                  <a:pt x="630" y="12787"/>
                  <a:pt x="944" y="12751"/>
                  <a:pt x="1274" y="12662"/>
                </a:cubicBezTo>
                <a:cubicBezTo>
                  <a:pt x="4124" y="11881"/>
                  <a:pt x="3640" y="8941"/>
                  <a:pt x="3640" y="8941"/>
                </a:cubicBezTo>
                <a:lnTo>
                  <a:pt x="3640" y="8941"/>
                </a:lnTo>
                <a:cubicBezTo>
                  <a:pt x="3640" y="8941"/>
                  <a:pt x="3724" y="8946"/>
                  <a:pt x="3869" y="8946"/>
                </a:cubicBezTo>
                <a:cubicBezTo>
                  <a:pt x="4761" y="8946"/>
                  <a:pt x="7963" y="8756"/>
                  <a:pt x="8158" y="6035"/>
                </a:cubicBezTo>
                <a:cubicBezTo>
                  <a:pt x="8313" y="3883"/>
                  <a:pt x="6209" y="3539"/>
                  <a:pt x="4852" y="3539"/>
                </a:cubicBezTo>
                <a:cubicBezTo>
                  <a:pt x="4217" y="3539"/>
                  <a:pt x="3745" y="3615"/>
                  <a:pt x="3745" y="3615"/>
                </a:cubicBezTo>
                <a:cubicBezTo>
                  <a:pt x="3745" y="3615"/>
                  <a:pt x="3927" y="1006"/>
                  <a:pt x="1410" y="175"/>
                </a:cubicBezTo>
                <a:cubicBezTo>
                  <a:pt x="1064" y="60"/>
                  <a:pt x="678"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4" name="Google Shape;2674;p55"/>
          <p:cNvSpPr/>
          <p:nvPr/>
        </p:nvSpPr>
        <p:spPr>
          <a:xfrm flipH="1">
            <a:off x="383795" y="3814558"/>
            <a:ext cx="250092" cy="247231"/>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5" name="Google Shape;2675;p55"/>
          <p:cNvSpPr/>
          <p:nvPr/>
        </p:nvSpPr>
        <p:spPr>
          <a:xfrm flipH="1">
            <a:off x="628438" y="4824038"/>
            <a:ext cx="160800" cy="158950"/>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6" name="Google Shape;2676;p55"/>
          <p:cNvSpPr/>
          <p:nvPr/>
        </p:nvSpPr>
        <p:spPr>
          <a:xfrm flipH="1">
            <a:off x="1657613" y="4599413"/>
            <a:ext cx="160800" cy="158950"/>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7" name="Google Shape;2677;p55"/>
          <p:cNvSpPr/>
          <p:nvPr/>
        </p:nvSpPr>
        <p:spPr>
          <a:xfrm flipH="1">
            <a:off x="383795" y="292258"/>
            <a:ext cx="250092" cy="247231"/>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78" name="Google Shape;2678;p55"/>
          <p:cNvSpPr/>
          <p:nvPr/>
        </p:nvSpPr>
        <p:spPr>
          <a:xfrm flipH="1">
            <a:off x="8773026" y="4599413"/>
            <a:ext cx="160800" cy="158950"/>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ackground 1">
  <p:cSld name="TITLE_1">
    <p:spTree>
      <p:nvGrpSpPr>
        <p:cNvPr id="1" name="Shape 2679"/>
        <p:cNvGrpSpPr/>
        <p:nvPr/>
      </p:nvGrpSpPr>
      <p:grpSpPr>
        <a:xfrm>
          <a:off x="0" y="0"/>
          <a:ext cx="0" cy="0"/>
          <a:chOff x="0" y="0"/>
          <a:chExt cx="0" cy="0"/>
        </a:xfrm>
      </p:grpSpPr>
      <p:sp>
        <p:nvSpPr>
          <p:cNvPr id="2680" name="Google Shape;2680;p56"/>
          <p:cNvSpPr/>
          <p:nvPr/>
        </p:nvSpPr>
        <p:spPr>
          <a:xfrm>
            <a:off x="8449228" y="1205097"/>
            <a:ext cx="394320" cy="342692"/>
          </a:xfrm>
          <a:custGeom>
            <a:avLst/>
            <a:gdLst/>
            <a:ahLst/>
            <a:cxnLst/>
            <a:rect l="l" t="t" r="r" b="b"/>
            <a:pathLst>
              <a:path w="8119" h="7056" extrusionOk="0">
                <a:moveTo>
                  <a:pt x="4366" y="0"/>
                </a:moveTo>
                <a:cubicBezTo>
                  <a:pt x="4363" y="0"/>
                  <a:pt x="4360" y="0"/>
                  <a:pt x="4357" y="0"/>
                </a:cubicBezTo>
                <a:cubicBezTo>
                  <a:pt x="3867" y="24"/>
                  <a:pt x="3232" y="2454"/>
                  <a:pt x="3232" y="2454"/>
                </a:cubicBezTo>
                <a:cubicBezTo>
                  <a:pt x="3232" y="2454"/>
                  <a:pt x="2054" y="2337"/>
                  <a:pt x="1183" y="2337"/>
                </a:cubicBezTo>
                <a:cubicBezTo>
                  <a:pt x="748" y="2337"/>
                  <a:pt x="389" y="2366"/>
                  <a:pt x="292" y="2454"/>
                </a:cubicBezTo>
                <a:cubicBezTo>
                  <a:pt x="1" y="2721"/>
                  <a:pt x="2546" y="4430"/>
                  <a:pt x="2546" y="4430"/>
                </a:cubicBezTo>
                <a:cubicBezTo>
                  <a:pt x="2546" y="4430"/>
                  <a:pt x="1613" y="6684"/>
                  <a:pt x="2056" y="6975"/>
                </a:cubicBezTo>
                <a:cubicBezTo>
                  <a:pt x="2088" y="6997"/>
                  <a:pt x="2128" y="7007"/>
                  <a:pt x="2174" y="7007"/>
                </a:cubicBezTo>
                <a:cubicBezTo>
                  <a:pt x="2757" y="7007"/>
                  <a:pt x="4357" y="5411"/>
                  <a:pt x="4357" y="5411"/>
                </a:cubicBezTo>
                <a:cubicBezTo>
                  <a:pt x="4357" y="5411"/>
                  <a:pt x="6235" y="7055"/>
                  <a:pt x="6745" y="7055"/>
                </a:cubicBezTo>
                <a:cubicBezTo>
                  <a:pt x="6794" y="7055"/>
                  <a:pt x="6830" y="7041"/>
                  <a:pt x="6851" y="7008"/>
                </a:cubicBezTo>
                <a:cubicBezTo>
                  <a:pt x="7097" y="6634"/>
                  <a:pt x="6070" y="4089"/>
                  <a:pt x="6070" y="4089"/>
                </a:cubicBezTo>
                <a:cubicBezTo>
                  <a:pt x="6070" y="4089"/>
                  <a:pt x="8118" y="2876"/>
                  <a:pt x="8047" y="2454"/>
                </a:cubicBezTo>
                <a:cubicBezTo>
                  <a:pt x="8014" y="2260"/>
                  <a:pt x="7474" y="2207"/>
                  <a:pt x="6903" y="2207"/>
                </a:cubicBezTo>
                <a:cubicBezTo>
                  <a:pt x="6240" y="2207"/>
                  <a:pt x="5536" y="2278"/>
                  <a:pt x="5536" y="2278"/>
                </a:cubicBezTo>
                <a:cubicBezTo>
                  <a:pt x="5536" y="2278"/>
                  <a:pt x="4947" y="0"/>
                  <a:pt x="43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1" name="Google Shape;2681;p56"/>
          <p:cNvSpPr/>
          <p:nvPr/>
        </p:nvSpPr>
        <p:spPr>
          <a:xfrm>
            <a:off x="2530199" y="544675"/>
            <a:ext cx="250089" cy="241830"/>
          </a:xfrm>
          <a:custGeom>
            <a:avLst/>
            <a:gdLst/>
            <a:ahLst/>
            <a:cxnLst/>
            <a:rect l="l" t="t" r="r" b="b"/>
            <a:pathLst>
              <a:path w="12626" h="12209" extrusionOk="0">
                <a:moveTo>
                  <a:pt x="7838" y="1"/>
                </a:moveTo>
                <a:cubicBezTo>
                  <a:pt x="7407" y="1"/>
                  <a:pt x="6953" y="46"/>
                  <a:pt x="6478" y="142"/>
                </a:cubicBezTo>
                <a:cubicBezTo>
                  <a:pt x="2964" y="848"/>
                  <a:pt x="1" y="5264"/>
                  <a:pt x="2011" y="9188"/>
                </a:cubicBezTo>
                <a:cubicBezTo>
                  <a:pt x="3194" y="11498"/>
                  <a:pt x="5114" y="12208"/>
                  <a:pt x="6853" y="12208"/>
                </a:cubicBezTo>
                <a:cubicBezTo>
                  <a:pt x="8487" y="12208"/>
                  <a:pt x="9962" y="11580"/>
                  <a:pt x="10513" y="11063"/>
                </a:cubicBezTo>
                <a:lnTo>
                  <a:pt x="10513" y="11063"/>
                </a:lnTo>
                <a:cubicBezTo>
                  <a:pt x="10513" y="11063"/>
                  <a:pt x="10409" y="11077"/>
                  <a:pt x="10233" y="11077"/>
                </a:cubicBezTo>
                <a:cubicBezTo>
                  <a:pt x="9592" y="11077"/>
                  <a:pt x="8002" y="10893"/>
                  <a:pt x="7087" y="9188"/>
                </a:cubicBezTo>
                <a:cubicBezTo>
                  <a:pt x="5918" y="7015"/>
                  <a:pt x="6810" y="4052"/>
                  <a:pt x="9162" y="3335"/>
                </a:cubicBezTo>
                <a:cubicBezTo>
                  <a:pt x="9590" y="3204"/>
                  <a:pt x="9976" y="3151"/>
                  <a:pt x="10323" y="3151"/>
                </a:cubicBezTo>
                <a:cubicBezTo>
                  <a:pt x="11879" y="3151"/>
                  <a:pt x="12625" y="4227"/>
                  <a:pt x="12625" y="4227"/>
                </a:cubicBezTo>
                <a:cubicBezTo>
                  <a:pt x="12276" y="1748"/>
                  <a:pt x="10504" y="1"/>
                  <a:pt x="78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2" name="Google Shape;2682;p56"/>
          <p:cNvSpPr/>
          <p:nvPr/>
        </p:nvSpPr>
        <p:spPr>
          <a:xfrm>
            <a:off x="225365" y="232622"/>
            <a:ext cx="394320" cy="342692"/>
          </a:xfrm>
          <a:custGeom>
            <a:avLst/>
            <a:gdLst/>
            <a:ahLst/>
            <a:cxnLst/>
            <a:rect l="l" t="t" r="r" b="b"/>
            <a:pathLst>
              <a:path w="8119" h="7056" extrusionOk="0">
                <a:moveTo>
                  <a:pt x="4366" y="0"/>
                </a:moveTo>
                <a:cubicBezTo>
                  <a:pt x="4363" y="0"/>
                  <a:pt x="4360" y="0"/>
                  <a:pt x="4357" y="0"/>
                </a:cubicBezTo>
                <a:cubicBezTo>
                  <a:pt x="3867" y="24"/>
                  <a:pt x="3232" y="2454"/>
                  <a:pt x="3232" y="2454"/>
                </a:cubicBezTo>
                <a:cubicBezTo>
                  <a:pt x="3232" y="2454"/>
                  <a:pt x="2054" y="2337"/>
                  <a:pt x="1183" y="2337"/>
                </a:cubicBezTo>
                <a:cubicBezTo>
                  <a:pt x="748" y="2337"/>
                  <a:pt x="389" y="2366"/>
                  <a:pt x="292" y="2454"/>
                </a:cubicBezTo>
                <a:cubicBezTo>
                  <a:pt x="1" y="2721"/>
                  <a:pt x="2546" y="4430"/>
                  <a:pt x="2546" y="4430"/>
                </a:cubicBezTo>
                <a:cubicBezTo>
                  <a:pt x="2546" y="4430"/>
                  <a:pt x="1613" y="6684"/>
                  <a:pt x="2056" y="6975"/>
                </a:cubicBezTo>
                <a:cubicBezTo>
                  <a:pt x="2088" y="6997"/>
                  <a:pt x="2128" y="7007"/>
                  <a:pt x="2174" y="7007"/>
                </a:cubicBezTo>
                <a:cubicBezTo>
                  <a:pt x="2757" y="7007"/>
                  <a:pt x="4357" y="5411"/>
                  <a:pt x="4357" y="5411"/>
                </a:cubicBezTo>
                <a:cubicBezTo>
                  <a:pt x="4357" y="5411"/>
                  <a:pt x="6235" y="7055"/>
                  <a:pt x="6745" y="7055"/>
                </a:cubicBezTo>
                <a:cubicBezTo>
                  <a:pt x="6794" y="7055"/>
                  <a:pt x="6830" y="7041"/>
                  <a:pt x="6851" y="7008"/>
                </a:cubicBezTo>
                <a:cubicBezTo>
                  <a:pt x="7097" y="6634"/>
                  <a:pt x="6070" y="4089"/>
                  <a:pt x="6070" y="4089"/>
                </a:cubicBezTo>
                <a:cubicBezTo>
                  <a:pt x="6070" y="4089"/>
                  <a:pt x="8118" y="2876"/>
                  <a:pt x="8047" y="2454"/>
                </a:cubicBezTo>
                <a:cubicBezTo>
                  <a:pt x="8014" y="2260"/>
                  <a:pt x="7474" y="2207"/>
                  <a:pt x="6903" y="2207"/>
                </a:cubicBezTo>
                <a:cubicBezTo>
                  <a:pt x="6240" y="2207"/>
                  <a:pt x="5536" y="2278"/>
                  <a:pt x="5536" y="2278"/>
                </a:cubicBezTo>
                <a:cubicBezTo>
                  <a:pt x="5536" y="2278"/>
                  <a:pt x="4947" y="0"/>
                  <a:pt x="436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3" name="Google Shape;2683;p56"/>
          <p:cNvSpPr/>
          <p:nvPr/>
        </p:nvSpPr>
        <p:spPr>
          <a:xfrm>
            <a:off x="0" y="1420650"/>
            <a:ext cx="478330" cy="735822"/>
          </a:xfrm>
          <a:custGeom>
            <a:avLst/>
            <a:gdLst/>
            <a:ahLst/>
            <a:cxnLst/>
            <a:rect l="l" t="t" r="r" b="b"/>
            <a:pathLst>
              <a:path w="8313" h="12788" extrusionOk="0">
                <a:moveTo>
                  <a:pt x="278" y="0"/>
                </a:moveTo>
                <a:cubicBezTo>
                  <a:pt x="186" y="0"/>
                  <a:pt x="93" y="3"/>
                  <a:pt x="0" y="10"/>
                </a:cubicBezTo>
                <a:lnTo>
                  <a:pt x="0" y="12773"/>
                </a:lnTo>
                <a:cubicBezTo>
                  <a:pt x="108" y="12782"/>
                  <a:pt x="218" y="12787"/>
                  <a:pt x="329" y="12787"/>
                </a:cubicBezTo>
                <a:cubicBezTo>
                  <a:pt x="630" y="12787"/>
                  <a:pt x="944" y="12751"/>
                  <a:pt x="1274" y="12662"/>
                </a:cubicBezTo>
                <a:cubicBezTo>
                  <a:pt x="4124" y="11881"/>
                  <a:pt x="3640" y="8941"/>
                  <a:pt x="3640" y="8941"/>
                </a:cubicBezTo>
                <a:lnTo>
                  <a:pt x="3640" y="8941"/>
                </a:lnTo>
                <a:cubicBezTo>
                  <a:pt x="3640" y="8941"/>
                  <a:pt x="3724" y="8946"/>
                  <a:pt x="3869" y="8946"/>
                </a:cubicBezTo>
                <a:cubicBezTo>
                  <a:pt x="4761" y="8946"/>
                  <a:pt x="7963" y="8756"/>
                  <a:pt x="8158" y="6035"/>
                </a:cubicBezTo>
                <a:cubicBezTo>
                  <a:pt x="8313" y="3883"/>
                  <a:pt x="6209" y="3539"/>
                  <a:pt x="4852" y="3539"/>
                </a:cubicBezTo>
                <a:cubicBezTo>
                  <a:pt x="4217" y="3539"/>
                  <a:pt x="3745" y="3615"/>
                  <a:pt x="3745" y="3615"/>
                </a:cubicBezTo>
                <a:cubicBezTo>
                  <a:pt x="3745" y="3615"/>
                  <a:pt x="3927" y="1006"/>
                  <a:pt x="1410" y="175"/>
                </a:cubicBezTo>
                <a:cubicBezTo>
                  <a:pt x="1064" y="60"/>
                  <a:pt x="678"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4" name="Google Shape;2684;p56"/>
          <p:cNvSpPr/>
          <p:nvPr/>
        </p:nvSpPr>
        <p:spPr>
          <a:xfrm rot="10800000">
            <a:off x="5688479" y="-3"/>
            <a:ext cx="1508696" cy="487128"/>
          </a:xfrm>
          <a:custGeom>
            <a:avLst/>
            <a:gdLst/>
            <a:ahLst/>
            <a:cxnLst/>
            <a:rect l="l" t="t" r="r" b="b"/>
            <a:pathLst>
              <a:path w="24204" h="7815" extrusionOk="0">
                <a:moveTo>
                  <a:pt x="16155" y="1"/>
                </a:moveTo>
                <a:cubicBezTo>
                  <a:pt x="14677" y="1"/>
                  <a:pt x="13024" y="802"/>
                  <a:pt x="12476" y="2554"/>
                </a:cubicBezTo>
                <a:cubicBezTo>
                  <a:pt x="12476" y="2554"/>
                  <a:pt x="11108" y="331"/>
                  <a:pt x="8285" y="331"/>
                </a:cubicBezTo>
                <a:cubicBezTo>
                  <a:pt x="8057" y="331"/>
                  <a:pt x="7820" y="346"/>
                  <a:pt x="7574" y="377"/>
                </a:cubicBezTo>
                <a:cubicBezTo>
                  <a:pt x="4269" y="796"/>
                  <a:pt x="4684" y="3932"/>
                  <a:pt x="4684" y="3932"/>
                </a:cubicBezTo>
                <a:cubicBezTo>
                  <a:pt x="4684" y="3932"/>
                  <a:pt x="4094" y="3782"/>
                  <a:pt x="3335" y="3782"/>
                </a:cubicBezTo>
                <a:cubicBezTo>
                  <a:pt x="2082" y="3782"/>
                  <a:pt x="367" y="4191"/>
                  <a:pt x="78" y="6358"/>
                </a:cubicBezTo>
                <a:cubicBezTo>
                  <a:pt x="0" y="6949"/>
                  <a:pt x="68" y="7429"/>
                  <a:pt x="237" y="7815"/>
                </a:cubicBezTo>
                <a:lnTo>
                  <a:pt x="23257" y="7815"/>
                </a:lnTo>
                <a:cubicBezTo>
                  <a:pt x="23686" y="7395"/>
                  <a:pt x="23993" y="6821"/>
                  <a:pt x="24047" y="6041"/>
                </a:cubicBezTo>
                <a:cubicBezTo>
                  <a:pt x="24204" y="3886"/>
                  <a:pt x="22100" y="3543"/>
                  <a:pt x="20743" y="3543"/>
                </a:cubicBezTo>
                <a:cubicBezTo>
                  <a:pt x="20109" y="3543"/>
                  <a:pt x="19638" y="3618"/>
                  <a:pt x="19638" y="3618"/>
                </a:cubicBezTo>
                <a:cubicBezTo>
                  <a:pt x="19638" y="3618"/>
                  <a:pt x="19816" y="1013"/>
                  <a:pt x="17302" y="177"/>
                </a:cubicBezTo>
                <a:cubicBezTo>
                  <a:pt x="16950" y="61"/>
                  <a:pt x="16559" y="1"/>
                  <a:pt x="161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685" name="Google Shape;2685;p56"/>
          <p:cNvGrpSpPr/>
          <p:nvPr/>
        </p:nvGrpSpPr>
        <p:grpSpPr>
          <a:xfrm>
            <a:off x="184775" y="4068600"/>
            <a:ext cx="581394" cy="933655"/>
            <a:chOff x="304350" y="3911000"/>
            <a:chExt cx="581394" cy="933655"/>
          </a:xfrm>
        </p:grpSpPr>
        <p:sp>
          <p:nvSpPr>
            <p:cNvPr id="2686" name="Google Shape;2686;p56"/>
            <p:cNvSpPr/>
            <p:nvPr/>
          </p:nvSpPr>
          <p:spPr>
            <a:xfrm>
              <a:off x="317622" y="4003813"/>
              <a:ext cx="91581" cy="114345"/>
            </a:xfrm>
            <a:custGeom>
              <a:avLst/>
              <a:gdLst/>
              <a:ahLst/>
              <a:cxnLst/>
              <a:rect l="l" t="t" r="r" b="b"/>
              <a:pathLst>
                <a:path w="2084" h="2602" extrusionOk="0">
                  <a:moveTo>
                    <a:pt x="688" y="0"/>
                  </a:moveTo>
                  <a:cubicBezTo>
                    <a:pt x="328" y="0"/>
                    <a:pt x="1" y="379"/>
                    <a:pt x="201" y="1026"/>
                  </a:cubicBezTo>
                  <a:cubicBezTo>
                    <a:pt x="438" y="1797"/>
                    <a:pt x="1472" y="2405"/>
                    <a:pt x="2084" y="2601"/>
                  </a:cubicBezTo>
                  <a:cubicBezTo>
                    <a:pt x="2060" y="2375"/>
                    <a:pt x="2040" y="2145"/>
                    <a:pt x="2023" y="1915"/>
                  </a:cubicBezTo>
                  <a:cubicBezTo>
                    <a:pt x="1746" y="1273"/>
                    <a:pt x="1344" y="418"/>
                    <a:pt x="1084" y="168"/>
                  </a:cubicBezTo>
                  <a:cubicBezTo>
                    <a:pt x="965" y="54"/>
                    <a:pt x="824" y="0"/>
                    <a:pt x="68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7" name="Google Shape;2687;p56"/>
            <p:cNvSpPr/>
            <p:nvPr/>
          </p:nvSpPr>
          <p:spPr>
            <a:xfrm>
              <a:off x="440801" y="4042309"/>
              <a:ext cx="97031" cy="155565"/>
            </a:xfrm>
            <a:custGeom>
              <a:avLst/>
              <a:gdLst/>
              <a:ahLst/>
              <a:cxnLst/>
              <a:rect l="l" t="t" r="r" b="b"/>
              <a:pathLst>
                <a:path w="2208" h="3540" extrusionOk="0">
                  <a:moveTo>
                    <a:pt x="1702" y="0"/>
                  </a:moveTo>
                  <a:cubicBezTo>
                    <a:pt x="1282" y="0"/>
                    <a:pt x="653" y="806"/>
                    <a:pt x="389" y="1549"/>
                  </a:cubicBezTo>
                  <a:cubicBezTo>
                    <a:pt x="224" y="2013"/>
                    <a:pt x="92" y="2537"/>
                    <a:pt x="1" y="2952"/>
                  </a:cubicBezTo>
                  <a:cubicBezTo>
                    <a:pt x="41" y="3148"/>
                    <a:pt x="85" y="3344"/>
                    <a:pt x="129" y="3540"/>
                  </a:cubicBezTo>
                  <a:cubicBezTo>
                    <a:pt x="754" y="3125"/>
                    <a:pt x="1667" y="2120"/>
                    <a:pt x="1916" y="1431"/>
                  </a:cubicBezTo>
                  <a:cubicBezTo>
                    <a:pt x="2208" y="634"/>
                    <a:pt x="2150" y="43"/>
                    <a:pt x="1734" y="2"/>
                  </a:cubicBezTo>
                  <a:cubicBezTo>
                    <a:pt x="1723" y="1"/>
                    <a:pt x="1713" y="0"/>
                    <a:pt x="170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8" name="Google Shape;2688;p56"/>
            <p:cNvSpPr/>
            <p:nvPr/>
          </p:nvSpPr>
          <p:spPr>
            <a:xfrm>
              <a:off x="304350" y="4191285"/>
              <a:ext cx="144667" cy="109071"/>
            </a:xfrm>
            <a:custGeom>
              <a:avLst/>
              <a:gdLst/>
              <a:ahLst/>
              <a:cxnLst/>
              <a:rect l="l" t="t" r="r" b="b"/>
              <a:pathLst>
                <a:path w="3292" h="2482" extrusionOk="0">
                  <a:moveTo>
                    <a:pt x="575" y="1"/>
                  </a:moveTo>
                  <a:cubicBezTo>
                    <a:pt x="471" y="1"/>
                    <a:pt x="393" y="22"/>
                    <a:pt x="348" y="65"/>
                  </a:cubicBezTo>
                  <a:cubicBezTo>
                    <a:pt x="0" y="404"/>
                    <a:pt x="189" y="1336"/>
                    <a:pt x="1203" y="1901"/>
                  </a:cubicBezTo>
                  <a:cubicBezTo>
                    <a:pt x="1991" y="2340"/>
                    <a:pt x="2916" y="2451"/>
                    <a:pt x="3292" y="2481"/>
                  </a:cubicBezTo>
                  <a:cubicBezTo>
                    <a:pt x="3180" y="2154"/>
                    <a:pt x="3082" y="1826"/>
                    <a:pt x="2987" y="1495"/>
                  </a:cubicBezTo>
                  <a:cubicBezTo>
                    <a:pt x="2292" y="556"/>
                    <a:pt x="1104" y="1"/>
                    <a:pt x="57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89" name="Google Shape;2689;p56"/>
            <p:cNvSpPr/>
            <p:nvPr/>
          </p:nvSpPr>
          <p:spPr>
            <a:xfrm>
              <a:off x="507027" y="4204908"/>
              <a:ext cx="111884" cy="188700"/>
            </a:xfrm>
            <a:custGeom>
              <a:avLst/>
              <a:gdLst/>
              <a:ahLst/>
              <a:cxnLst/>
              <a:rect l="l" t="t" r="r" b="b"/>
              <a:pathLst>
                <a:path w="2546" h="4294" extrusionOk="0">
                  <a:moveTo>
                    <a:pt x="1792" y="0"/>
                  </a:moveTo>
                  <a:cubicBezTo>
                    <a:pt x="1287" y="0"/>
                    <a:pt x="754" y="628"/>
                    <a:pt x="389" y="1716"/>
                  </a:cubicBezTo>
                  <a:cubicBezTo>
                    <a:pt x="136" y="2480"/>
                    <a:pt x="38" y="3263"/>
                    <a:pt x="1" y="3804"/>
                  </a:cubicBezTo>
                  <a:cubicBezTo>
                    <a:pt x="75" y="3966"/>
                    <a:pt x="156" y="4132"/>
                    <a:pt x="238" y="4294"/>
                  </a:cubicBezTo>
                  <a:cubicBezTo>
                    <a:pt x="2546" y="2513"/>
                    <a:pt x="2356" y="245"/>
                    <a:pt x="2153" y="114"/>
                  </a:cubicBezTo>
                  <a:cubicBezTo>
                    <a:pt x="2036" y="37"/>
                    <a:pt x="1915" y="0"/>
                    <a:pt x="1792"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0" name="Google Shape;2690;p56"/>
            <p:cNvSpPr/>
            <p:nvPr/>
          </p:nvSpPr>
          <p:spPr>
            <a:xfrm>
              <a:off x="316699" y="4391765"/>
              <a:ext cx="234051" cy="117817"/>
            </a:xfrm>
            <a:custGeom>
              <a:avLst/>
              <a:gdLst/>
              <a:ahLst/>
              <a:cxnLst/>
              <a:rect l="l" t="t" r="r" b="b"/>
              <a:pathLst>
                <a:path w="5326" h="2681" extrusionOk="0">
                  <a:moveTo>
                    <a:pt x="764" y="0"/>
                  </a:moveTo>
                  <a:cubicBezTo>
                    <a:pt x="0" y="0"/>
                    <a:pt x="446" y="930"/>
                    <a:pt x="1074" y="1516"/>
                  </a:cubicBezTo>
                  <a:cubicBezTo>
                    <a:pt x="1680" y="2086"/>
                    <a:pt x="3818" y="2680"/>
                    <a:pt x="5176" y="2680"/>
                  </a:cubicBezTo>
                  <a:cubicBezTo>
                    <a:pt x="5227" y="2680"/>
                    <a:pt x="5277" y="2679"/>
                    <a:pt x="5325" y="2678"/>
                  </a:cubicBezTo>
                  <a:cubicBezTo>
                    <a:pt x="5230" y="2526"/>
                    <a:pt x="5133" y="2377"/>
                    <a:pt x="5041" y="2225"/>
                  </a:cubicBezTo>
                  <a:cubicBezTo>
                    <a:pt x="3970" y="1525"/>
                    <a:pt x="1838" y="184"/>
                    <a:pt x="1024" y="28"/>
                  </a:cubicBezTo>
                  <a:cubicBezTo>
                    <a:pt x="925" y="9"/>
                    <a:pt x="839" y="0"/>
                    <a:pt x="76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1" name="Google Shape;2691;p56"/>
            <p:cNvSpPr/>
            <p:nvPr/>
          </p:nvSpPr>
          <p:spPr>
            <a:xfrm>
              <a:off x="608629" y="4335822"/>
              <a:ext cx="114872" cy="219989"/>
            </a:xfrm>
            <a:custGeom>
              <a:avLst/>
              <a:gdLst/>
              <a:ahLst/>
              <a:cxnLst/>
              <a:rect l="l" t="t" r="r" b="b"/>
              <a:pathLst>
                <a:path w="2614" h="5006" extrusionOk="0">
                  <a:moveTo>
                    <a:pt x="2283" y="1"/>
                  </a:moveTo>
                  <a:cubicBezTo>
                    <a:pt x="1944" y="1"/>
                    <a:pt x="1332" y="587"/>
                    <a:pt x="923" y="1285"/>
                  </a:cubicBezTo>
                  <a:cubicBezTo>
                    <a:pt x="179" y="2549"/>
                    <a:pt x="24" y="3985"/>
                    <a:pt x="0" y="4755"/>
                  </a:cubicBezTo>
                  <a:cubicBezTo>
                    <a:pt x="61" y="4840"/>
                    <a:pt x="122" y="4921"/>
                    <a:pt x="183" y="5005"/>
                  </a:cubicBezTo>
                  <a:cubicBezTo>
                    <a:pt x="899" y="3775"/>
                    <a:pt x="2085" y="2450"/>
                    <a:pt x="2454" y="926"/>
                  </a:cubicBezTo>
                  <a:cubicBezTo>
                    <a:pt x="2613" y="262"/>
                    <a:pt x="2509" y="1"/>
                    <a:pt x="2283"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2" name="Google Shape;2692;p56"/>
            <p:cNvSpPr/>
            <p:nvPr/>
          </p:nvSpPr>
          <p:spPr>
            <a:xfrm>
              <a:off x="351240" y="4538675"/>
              <a:ext cx="297815" cy="104281"/>
            </a:xfrm>
            <a:custGeom>
              <a:avLst/>
              <a:gdLst/>
              <a:ahLst/>
              <a:cxnLst/>
              <a:rect l="l" t="t" r="r" b="b"/>
              <a:pathLst>
                <a:path w="6777" h="2373" extrusionOk="0">
                  <a:moveTo>
                    <a:pt x="721" y="1"/>
                  </a:moveTo>
                  <a:cubicBezTo>
                    <a:pt x="456" y="1"/>
                    <a:pt x="264" y="66"/>
                    <a:pt x="207" y="230"/>
                  </a:cubicBezTo>
                  <a:cubicBezTo>
                    <a:pt x="1" y="808"/>
                    <a:pt x="1555" y="1626"/>
                    <a:pt x="3569" y="2075"/>
                  </a:cubicBezTo>
                  <a:cubicBezTo>
                    <a:pt x="4660" y="2316"/>
                    <a:pt x="5634" y="2373"/>
                    <a:pt x="6299" y="2373"/>
                  </a:cubicBezTo>
                  <a:cubicBezTo>
                    <a:pt x="6483" y="2373"/>
                    <a:pt x="6644" y="2368"/>
                    <a:pt x="6776" y="2362"/>
                  </a:cubicBezTo>
                  <a:cubicBezTo>
                    <a:pt x="6699" y="2272"/>
                    <a:pt x="6624" y="2180"/>
                    <a:pt x="6547" y="2089"/>
                  </a:cubicBezTo>
                  <a:cubicBezTo>
                    <a:pt x="5547" y="1714"/>
                    <a:pt x="3691" y="1011"/>
                    <a:pt x="3103" y="714"/>
                  </a:cubicBezTo>
                  <a:cubicBezTo>
                    <a:pt x="2513" y="416"/>
                    <a:pt x="1387" y="1"/>
                    <a:pt x="721"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3" name="Google Shape;2693;p56"/>
            <p:cNvSpPr/>
            <p:nvPr/>
          </p:nvSpPr>
          <p:spPr>
            <a:xfrm>
              <a:off x="734094" y="4511736"/>
              <a:ext cx="128495" cy="193885"/>
            </a:xfrm>
            <a:custGeom>
              <a:avLst/>
              <a:gdLst/>
              <a:ahLst/>
              <a:cxnLst/>
              <a:rect l="l" t="t" r="r" b="b"/>
              <a:pathLst>
                <a:path w="2924" h="4412" extrusionOk="0">
                  <a:moveTo>
                    <a:pt x="2220" y="1"/>
                  </a:moveTo>
                  <a:cubicBezTo>
                    <a:pt x="1691" y="1"/>
                    <a:pt x="820" y="789"/>
                    <a:pt x="447" y="1661"/>
                  </a:cubicBezTo>
                  <a:cubicBezTo>
                    <a:pt x="85" y="2503"/>
                    <a:pt x="1" y="3510"/>
                    <a:pt x="21" y="4196"/>
                  </a:cubicBezTo>
                  <a:cubicBezTo>
                    <a:pt x="88" y="4270"/>
                    <a:pt x="157" y="4341"/>
                    <a:pt x="224" y="4412"/>
                  </a:cubicBezTo>
                  <a:cubicBezTo>
                    <a:pt x="491" y="3912"/>
                    <a:pt x="1041" y="2902"/>
                    <a:pt x="1457" y="2293"/>
                  </a:cubicBezTo>
                  <a:cubicBezTo>
                    <a:pt x="2160" y="1266"/>
                    <a:pt x="2924" y="712"/>
                    <a:pt x="2542" y="161"/>
                  </a:cubicBezTo>
                  <a:cubicBezTo>
                    <a:pt x="2465" y="50"/>
                    <a:pt x="2353" y="1"/>
                    <a:pt x="2220"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4" name="Google Shape;2694;p56"/>
            <p:cNvSpPr/>
            <p:nvPr/>
          </p:nvSpPr>
          <p:spPr>
            <a:xfrm>
              <a:off x="436055" y="4691561"/>
              <a:ext cx="329895" cy="87143"/>
            </a:xfrm>
            <a:custGeom>
              <a:avLst/>
              <a:gdLst/>
              <a:ahLst/>
              <a:cxnLst/>
              <a:rect l="l" t="t" r="r" b="b"/>
              <a:pathLst>
                <a:path w="7507" h="1983" extrusionOk="0">
                  <a:moveTo>
                    <a:pt x="1488" y="1"/>
                  </a:moveTo>
                  <a:cubicBezTo>
                    <a:pt x="721" y="1"/>
                    <a:pt x="209" y="211"/>
                    <a:pt x="129" y="550"/>
                  </a:cubicBezTo>
                  <a:cubicBezTo>
                    <a:pt x="0" y="1104"/>
                    <a:pt x="1288" y="1550"/>
                    <a:pt x="3715" y="1878"/>
                  </a:cubicBezTo>
                  <a:cubicBezTo>
                    <a:pt x="4269" y="1953"/>
                    <a:pt x="4787" y="1982"/>
                    <a:pt x="5256" y="1982"/>
                  </a:cubicBezTo>
                  <a:cubicBezTo>
                    <a:pt x="6280" y="1982"/>
                    <a:pt x="7072" y="1844"/>
                    <a:pt x="7506" y="1746"/>
                  </a:cubicBezTo>
                  <a:cubicBezTo>
                    <a:pt x="7449" y="1692"/>
                    <a:pt x="7391" y="1634"/>
                    <a:pt x="7333" y="1580"/>
                  </a:cubicBezTo>
                  <a:cubicBezTo>
                    <a:pt x="6303" y="1364"/>
                    <a:pt x="4596" y="681"/>
                    <a:pt x="3214" y="276"/>
                  </a:cubicBezTo>
                  <a:cubicBezTo>
                    <a:pt x="2566" y="86"/>
                    <a:pt x="1975" y="1"/>
                    <a:pt x="148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5" name="Google Shape;2695;p56"/>
            <p:cNvSpPr/>
            <p:nvPr/>
          </p:nvSpPr>
          <p:spPr>
            <a:xfrm>
              <a:off x="402349" y="3911000"/>
              <a:ext cx="483395" cy="933655"/>
            </a:xfrm>
            <a:custGeom>
              <a:avLst/>
              <a:gdLst/>
              <a:ahLst/>
              <a:cxnLst/>
              <a:rect l="l" t="t" r="r" b="b"/>
              <a:pathLst>
                <a:path w="11000" h="21246" extrusionOk="0">
                  <a:moveTo>
                    <a:pt x="638" y="0"/>
                  </a:moveTo>
                  <a:cubicBezTo>
                    <a:pt x="624" y="0"/>
                    <a:pt x="609" y="10"/>
                    <a:pt x="598" y="33"/>
                  </a:cubicBezTo>
                  <a:cubicBezTo>
                    <a:pt x="71" y="1216"/>
                    <a:pt x="1" y="2655"/>
                    <a:pt x="95" y="4027"/>
                  </a:cubicBezTo>
                  <a:cubicBezTo>
                    <a:pt x="112" y="4257"/>
                    <a:pt x="132" y="4487"/>
                    <a:pt x="156" y="4713"/>
                  </a:cubicBezTo>
                  <a:cubicBezTo>
                    <a:pt x="193" y="5058"/>
                    <a:pt x="237" y="5396"/>
                    <a:pt x="285" y="5717"/>
                  </a:cubicBezTo>
                  <a:cubicBezTo>
                    <a:pt x="392" y="6443"/>
                    <a:pt x="558" y="7164"/>
                    <a:pt x="757" y="7873"/>
                  </a:cubicBezTo>
                  <a:cubicBezTo>
                    <a:pt x="852" y="8204"/>
                    <a:pt x="950" y="8532"/>
                    <a:pt x="1062" y="8859"/>
                  </a:cubicBezTo>
                  <a:cubicBezTo>
                    <a:pt x="1423" y="9918"/>
                    <a:pt x="1873" y="10948"/>
                    <a:pt x="2386" y="11928"/>
                  </a:cubicBezTo>
                  <a:cubicBezTo>
                    <a:pt x="2609" y="12347"/>
                    <a:pt x="2846" y="12760"/>
                    <a:pt x="3092" y="13165"/>
                  </a:cubicBezTo>
                  <a:cubicBezTo>
                    <a:pt x="3184" y="13317"/>
                    <a:pt x="3281" y="13466"/>
                    <a:pt x="3376" y="13618"/>
                  </a:cubicBezTo>
                  <a:cubicBezTo>
                    <a:pt x="3988" y="14577"/>
                    <a:pt x="4664" y="15494"/>
                    <a:pt x="5384" y="16372"/>
                  </a:cubicBezTo>
                  <a:cubicBezTo>
                    <a:pt x="5461" y="16463"/>
                    <a:pt x="5536" y="16555"/>
                    <a:pt x="5613" y="16645"/>
                  </a:cubicBezTo>
                  <a:cubicBezTo>
                    <a:pt x="5745" y="16804"/>
                    <a:pt x="5873" y="16967"/>
                    <a:pt x="6009" y="17119"/>
                  </a:cubicBezTo>
                  <a:cubicBezTo>
                    <a:pt x="6675" y="17882"/>
                    <a:pt x="7367" y="18640"/>
                    <a:pt x="8100" y="19342"/>
                  </a:cubicBezTo>
                  <a:cubicBezTo>
                    <a:pt x="8158" y="19396"/>
                    <a:pt x="8216" y="19454"/>
                    <a:pt x="8273" y="19508"/>
                  </a:cubicBezTo>
                  <a:cubicBezTo>
                    <a:pt x="8337" y="19565"/>
                    <a:pt x="8401" y="19630"/>
                    <a:pt x="8465" y="19691"/>
                  </a:cubicBezTo>
                  <a:cubicBezTo>
                    <a:pt x="9094" y="20262"/>
                    <a:pt x="9844" y="21059"/>
                    <a:pt x="10702" y="21241"/>
                  </a:cubicBezTo>
                  <a:cubicBezTo>
                    <a:pt x="10714" y="21244"/>
                    <a:pt x="10727" y="21245"/>
                    <a:pt x="10741" y="21245"/>
                  </a:cubicBezTo>
                  <a:cubicBezTo>
                    <a:pt x="10857" y="21245"/>
                    <a:pt x="10999" y="21156"/>
                    <a:pt x="10902" y="21029"/>
                  </a:cubicBezTo>
                  <a:cubicBezTo>
                    <a:pt x="10435" y="20421"/>
                    <a:pt x="9746" y="19967"/>
                    <a:pt x="9178" y="19457"/>
                  </a:cubicBezTo>
                  <a:cubicBezTo>
                    <a:pt x="8688" y="19022"/>
                    <a:pt x="8225" y="18555"/>
                    <a:pt x="7773" y="18082"/>
                  </a:cubicBezTo>
                  <a:cubicBezTo>
                    <a:pt x="7706" y="18011"/>
                    <a:pt x="7637" y="17940"/>
                    <a:pt x="7570" y="17866"/>
                  </a:cubicBezTo>
                  <a:cubicBezTo>
                    <a:pt x="7300" y="17578"/>
                    <a:pt x="7032" y="17288"/>
                    <a:pt x="6769" y="16997"/>
                  </a:cubicBezTo>
                  <a:cubicBezTo>
                    <a:pt x="6100" y="16254"/>
                    <a:pt x="5471" y="15477"/>
                    <a:pt x="4877" y="14672"/>
                  </a:cubicBezTo>
                  <a:cubicBezTo>
                    <a:pt x="4816" y="14588"/>
                    <a:pt x="4755" y="14507"/>
                    <a:pt x="4694" y="14422"/>
                  </a:cubicBezTo>
                  <a:cubicBezTo>
                    <a:pt x="4086" y="13577"/>
                    <a:pt x="3525" y="12696"/>
                    <a:pt x="3028" y="11779"/>
                  </a:cubicBezTo>
                  <a:cubicBezTo>
                    <a:pt x="2886" y="11516"/>
                    <a:pt x="2751" y="11249"/>
                    <a:pt x="2620" y="10982"/>
                  </a:cubicBezTo>
                  <a:cubicBezTo>
                    <a:pt x="2538" y="10820"/>
                    <a:pt x="2457" y="10654"/>
                    <a:pt x="2383" y="10492"/>
                  </a:cubicBezTo>
                  <a:cubicBezTo>
                    <a:pt x="1788" y="9208"/>
                    <a:pt x="1322" y="7883"/>
                    <a:pt x="1004" y="6528"/>
                  </a:cubicBezTo>
                  <a:cubicBezTo>
                    <a:pt x="960" y="6332"/>
                    <a:pt x="916" y="6136"/>
                    <a:pt x="876" y="5940"/>
                  </a:cubicBezTo>
                  <a:cubicBezTo>
                    <a:pt x="497" y="4038"/>
                    <a:pt x="416" y="2081"/>
                    <a:pt x="706" y="100"/>
                  </a:cubicBezTo>
                  <a:cubicBezTo>
                    <a:pt x="714" y="57"/>
                    <a:pt x="675" y="0"/>
                    <a:pt x="6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96" name="Google Shape;2696;p56"/>
          <p:cNvGrpSpPr/>
          <p:nvPr/>
        </p:nvGrpSpPr>
        <p:grpSpPr>
          <a:xfrm>
            <a:off x="8425263" y="4599425"/>
            <a:ext cx="442250" cy="453124"/>
            <a:chOff x="918850" y="1629150"/>
            <a:chExt cx="442250" cy="453124"/>
          </a:xfrm>
        </p:grpSpPr>
        <p:sp>
          <p:nvSpPr>
            <p:cNvPr id="2697" name="Google Shape;2697;p56"/>
            <p:cNvSpPr/>
            <p:nvPr/>
          </p:nvSpPr>
          <p:spPr>
            <a:xfrm>
              <a:off x="1015722" y="1741872"/>
              <a:ext cx="267869" cy="245600"/>
            </a:xfrm>
            <a:custGeom>
              <a:avLst/>
              <a:gdLst/>
              <a:ahLst/>
              <a:cxnLst/>
              <a:rect l="l" t="t" r="r" b="b"/>
              <a:pathLst>
                <a:path w="8384" h="7687" extrusionOk="0">
                  <a:moveTo>
                    <a:pt x="3609" y="0"/>
                  </a:moveTo>
                  <a:cubicBezTo>
                    <a:pt x="2511" y="0"/>
                    <a:pt x="1440" y="451"/>
                    <a:pt x="763" y="1473"/>
                  </a:cubicBezTo>
                  <a:cubicBezTo>
                    <a:pt x="753" y="1488"/>
                    <a:pt x="742" y="1494"/>
                    <a:pt x="732" y="1494"/>
                  </a:cubicBezTo>
                  <a:cubicBezTo>
                    <a:pt x="716" y="1494"/>
                    <a:pt x="702" y="1480"/>
                    <a:pt x="690" y="1460"/>
                  </a:cubicBezTo>
                  <a:cubicBezTo>
                    <a:pt x="199" y="2305"/>
                    <a:pt x="0" y="3343"/>
                    <a:pt x="0" y="4282"/>
                  </a:cubicBezTo>
                  <a:cubicBezTo>
                    <a:pt x="0" y="4508"/>
                    <a:pt x="24" y="4731"/>
                    <a:pt x="64" y="4945"/>
                  </a:cubicBezTo>
                  <a:cubicBezTo>
                    <a:pt x="111" y="4099"/>
                    <a:pt x="433" y="3241"/>
                    <a:pt x="913" y="2619"/>
                  </a:cubicBezTo>
                  <a:cubicBezTo>
                    <a:pt x="1503" y="1857"/>
                    <a:pt x="2437" y="1440"/>
                    <a:pt x="3379" y="1440"/>
                  </a:cubicBezTo>
                  <a:cubicBezTo>
                    <a:pt x="3844" y="1440"/>
                    <a:pt x="4312" y="1542"/>
                    <a:pt x="4741" y="1754"/>
                  </a:cubicBezTo>
                  <a:cubicBezTo>
                    <a:pt x="5985" y="2365"/>
                    <a:pt x="6505" y="4059"/>
                    <a:pt x="5403" y="5082"/>
                  </a:cubicBezTo>
                  <a:cubicBezTo>
                    <a:pt x="5075" y="5387"/>
                    <a:pt x="4597" y="5552"/>
                    <a:pt x="4131" y="5552"/>
                  </a:cubicBezTo>
                  <a:cubicBezTo>
                    <a:pt x="3511" y="5552"/>
                    <a:pt x="2912" y="5260"/>
                    <a:pt x="2713" y="4616"/>
                  </a:cubicBezTo>
                  <a:cubicBezTo>
                    <a:pt x="2506" y="3952"/>
                    <a:pt x="2911" y="3302"/>
                    <a:pt x="3480" y="3302"/>
                  </a:cubicBezTo>
                  <a:cubicBezTo>
                    <a:pt x="3644" y="3302"/>
                    <a:pt x="3821" y="3355"/>
                    <a:pt x="4001" y="3477"/>
                  </a:cubicBezTo>
                  <a:cubicBezTo>
                    <a:pt x="4070" y="3525"/>
                    <a:pt x="4072" y="3671"/>
                    <a:pt x="3988" y="3671"/>
                  </a:cubicBezTo>
                  <a:cubicBezTo>
                    <a:pt x="3977" y="3671"/>
                    <a:pt x="3964" y="3669"/>
                    <a:pt x="3950" y="3663"/>
                  </a:cubicBezTo>
                  <a:cubicBezTo>
                    <a:pt x="3859" y="3628"/>
                    <a:pt x="3775" y="3612"/>
                    <a:pt x="3699" y="3612"/>
                  </a:cubicBezTo>
                  <a:cubicBezTo>
                    <a:pt x="2974" y="3612"/>
                    <a:pt x="2903" y="5041"/>
                    <a:pt x="4045" y="5041"/>
                  </a:cubicBezTo>
                  <a:cubicBezTo>
                    <a:pt x="4151" y="5041"/>
                    <a:pt x="4268" y="5028"/>
                    <a:pt x="4396" y="5001"/>
                  </a:cubicBezTo>
                  <a:cubicBezTo>
                    <a:pt x="5322" y="4809"/>
                    <a:pt x="5745" y="3886"/>
                    <a:pt x="5346" y="3008"/>
                  </a:cubicBezTo>
                  <a:cubicBezTo>
                    <a:pt x="4990" y="2221"/>
                    <a:pt x="4271" y="1890"/>
                    <a:pt x="3513" y="1890"/>
                  </a:cubicBezTo>
                  <a:cubicBezTo>
                    <a:pt x="2620" y="1890"/>
                    <a:pt x="1673" y="2349"/>
                    <a:pt x="1203" y="3065"/>
                  </a:cubicBezTo>
                  <a:cubicBezTo>
                    <a:pt x="520" y="4106"/>
                    <a:pt x="297" y="5823"/>
                    <a:pt x="1233" y="6790"/>
                  </a:cubicBezTo>
                  <a:cubicBezTo>
                    <a:pt x="1869" y="7448"/>
                    <a:pt x="2849" y="7687"/>
                    <a:pt x="3753" y="7687"/>
                  </a:cubicBezTo>
                  <a:cubicBezTo>
                    <a:pt x="3874" y="7687"/>
                    <a:pt x="3992" y="7682"/>
                    <a:pt x="4109" y="7674"/>
                  </a:cubicBezTo>
                  <a:cubicBezTo>
                    <a:pt x="6732" y="7499"/>
                    <a:pt x="8384" y="5073"/>
                    <a:pt x="7468" y="2545"/>
                  </a:cubicBezTo>
                  <a:cubicBezTo>
                    <a:pt x="6901" y="977"/>
                    <a:pt x="5225" y="0"/>
                    <a:pt x="360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8" name="Google Shape;2698;p56"/>
            <p:cNvSpPr/>
            <p:nvPr/>
          </p:nvSpPr>
          <p:spPr>
            <a:xfrm>
              <a:off x="1016680" y="1729347"/>
              <a:ext cx="282406" cy="275153"/>
            </a:xfrm>
            <a:custGeom>
              <a:avLst/>
              <a:gdLst/>
              <a:ahLst/>
              <a:cxnLst/>
              <a:rect l="l" t="t" r="r" b="b"/>
              <a:pathLst>
                <a:path w="8839" h="8612" extrusionOk="0">
                  <a:moveTo>
                    <a:pt x="3937" y="1"/>
                  </a:moveTo>
                  <a:cubicBezTo>
                    <a:pt x="2672" y="1"/>
                    <a:pt x="1101" y="550"/>
                    <a:pt x="639" y="1754"/>
                  </a:cubicBezTo>
                  <a:cubicBezTo>
                    <a:pt x="632" y="1778"/>
                    <a:pt x="643" y="1822"/>
                    <a:pt x="660" y="1852"/>
                  </a:cubicBezTo>
                  <a:cubicBezTo>
                    <a:pt x="672" y="1872"/>
                    <a:pt x="686" y="1886"/>
                    <a:pt x="702" y="1886"/>
                  </a:cubicBezTo>
                  <a:cubicBezTo>
                    <a:pt x="712" y="1886"/>
                    <a:pt x="723" y="1880"/>
                    <a:pt x="733" y="1865"/>
                  </a:cubicBezTo>
                  <a:cubicBezTo>
                    <a:pt x="1410" y="843"/>
                    <a:pt x="2481" y="392"/>
                    <a:pt x="3579" y="392"/>
                  </a:cubicBezTo>
                  <a:cubicBezTo>
                    <a:pt x="5195" y="392"/>
                    <a:pt x="6871" y="1369"/>
                    <a:pt x="7438" y="2937"/>
                  </a:cubicBezTo>
                  <a:cubicBezTo>
                    <a:pt x="8354" y="5465"/>
                    <a:pt x="6702" y="7891"/>
                    <a:pt x="4079" y="8066"/>
                  </a:cubicBezTo>
                  <a:cubicBezTo>
                    <a:pt x="3962" y="8074"/>
                    <a:pt x="3844" y="8079"/>
                    <a:pt x="3723" y="8079"/>
                  </a:cubicBezTo>
                  <a:cubicBezTo>
                    <a:pt x="2819" y="8079"/>
                    <a:pt x="1839" y="7840"/>
                    <a:pt x="1203" y="7182"/>
                  </a:cubicBezTo>
                  <a:cubicBezTo>
                    <a:pt x="267" y="6215"/>
                    <a:pt x="490" y="4498"/>
                    <a:pt x="1173" y="3457"/>
                  </a:cubicBezTo>
                  <a:cubicBezTo>
                    <a:pt x="1643" y="2741"/>
                    <a:pt x="2590" y="2282"/>
                    <a:pt x="3483" y="2282"/>
                  </a:cubicBezTo>
                  <a:cubicBezTo>
                    <a:pt x="4241" y="2282"/>
                    <a:pt x="4960" y="2613"/>
                    <a:pt x="5316" y="3400"/>
                  </a:cubicBezTo>
                  <a:cubicBezTo>
                    <a:pt x="5715" y="4278"/>
                    <a:pt x="5292" y="5201"/>
                    <a:pt x="4366" y="5393"/>
                  </a:cubicBezTo>
                  <a:cubicBezTo>
                    <a:pt x="4238" y="5420"/>
                    <a:pt x="4121" y="5433"/>
                    <a:pt x="4015" y="5433"/>
                  </a:cubicBezTo>
                  <a:cubicBezTo>
                    <a:pt x="2873" y="5433"/>
                    <a:pt x="2944" y="4004"/>
                    <a:pt x="3669" y="4004"/>
                  </a:cubicBezTo>
                  <a:cubicBezTo>
                    <a:pt x="3745" y="4004"/>
                    <a:pt x="3829" y="4020"/>
                    <a:pt x="3920" y="4055"/>
                  </a:cubicBezTo>
                  <a:cubicBezTo>
                    <a:pt x="3934" y="4061"/>
                    <a:pt x="3947" y="4063"/>
                    <a:pt x="3958" y="4063"/>
                  </a:cubicBezTo>
                  <a:cubicBezTo>
                    <a:pt x="4042" y="4063"/>
                    <a:pt x="4040" y="3917"/>
                    <a:pt x="3971" y="3869"/>
                  </a:cubicBezTo>
                  <a:cubicBezTo>
                    <a:pt x="3791" y="3747"/>
                    <a:pt x="3614" y="3694"/>
                    <a:pt x="3450" y="3694"/>
                  </a:cubicBezTo>
                  <a:cubicBezTo>
                    <a:pt x="2881" y="3694"/>
                    <a:pt x="2476" y="4344"/>
                    <a:pt x="2683" y="5008"/>
                  </a:cubicBezTo>
                  <a:cubicBezTo>
                    <a:pt x="2882" y="5652"/>
                    <a:pt x="3481" y="5944"/>
                    <a:pt x="4101" y="5944"/>
                  </a:cubicBezTo>
                  <a:cubicBezTo>
                    <a:pt x="4567" y="5944"/>
                    <a:pt x="5045" y="5779"/>
                    <a:pt x="5373" y="5474"/>
                  </a:cubicBezTo>
                  <a:cubicBezTo>
                    <a:pt x="6475" y="4451"/>
                    <a:pt x="5955" y="2757"/>
                    <a:pt x="4711" y="2146"/>
                  </a:cubicBezTo>
                  <a:cubicBezTo>
                    <a:pt x="4282" y="1934"/>
                    <a:pt x="3814" y="1832"/>
                    <a:pt x="3349" y="1832"/>
                  </a:cubicBezTo>
                  <a:cubicBezTo>
                    <a:pt x="2407" y="1832"/>
                    <a:pt x="1473" y="2249"/>
                    <a:pt x="883" y="3011"/>
                  </a:cubicBezTo>
                  <a:cubicBezTo>
                    <a:pt x="403" y="3633"/>
                    <a:pt x="81" y="4491"/>
                    <a:pt x="34" y="5337"/>
                  </a:cubicBezTo>
                  <a:cubicBezTo>
                    <a:pt x="0" y="5894"/>
                    <a:pt x="85" y="6448"/>
                    <a:pt x="331" y="6928"/>
                  </a:cubicBezTo>
                  <a:cubicBezTo>
                    <a:pt x="913" y="8057"/>
                    <a:pt x="2210" y="8540"/>
                    <a:pt x="3413" y="8604"/>
                  </a:cubicBezTo>
                  <a:cubicBezTo>
                    <a:pt x="3505" y="8609"/>
                    <a:pt x="3596" y="8611"/>
                    <a:pt x="3687" y="8611"/>
                  </a:cubicBezTo>
                  <a:cubicBezTo>
                    <a:pt x="6555" y="8611"/>
                    <a:pt x="8838" y="6266"/>
                    <a:pt x="8121" y="3281"/>
                  </a:cubicBezTo>
                  <a:cubicBezTo>
                    <a:pt x="7685" y="1474"/>
                    <a:pt x="6215" y="230"/>
                    <a:pt x="4377" y="24"/>
                  </a:cubicBezTo>
                  <a:cubicBezTo>
                    <a:pt x="4236" y="9"/>
                    <a:pt x="4089" y="1"/>
                    <a:pt x="39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99" name="Google Shape;2699;p56"/>
            <p:cNvSpPr/>
            <p:nvPr/>
          </p:nvSpPr>
          <p:spPr>
            <a:xfrm>
              <a:off x="1150678" y="1629150"/>
              <a:ext cx="11694" cy="53037"/>
            </a:xfrm>
            <a:custGeom>
              <a:avLst/>
              <a:gdLst/>
              <a:ahLst/>
              <a:cxnLst/>
              <a:rect l="l" t="t" r="r" b="b"/>
              <a:pathLst>
                <a:path w="366" h="1660" extrusionOk="0">
                  <a:moveTo>
                    <a:pt x="123" y="0"/>
                  </a:moveTo>
                  <a:cubicBezTo>
                    <a:pt x="74" y="0"/>
                    <a:pt x="34" y="29"/>
                    <a:pt x="30" y="102"/>
                  </a:cubicBezTo>
                  <a:cubicBezTo>
                    <a:pt x="0" y="581"/>
                    <a:pt x="34" y="1088"/>
                    <a:pt x="105" y="1562"/>
                  </a:cubicBezTo>
                  <a:cubicBezTo>
                    <a:pt x="112" y="1606"/>
                    <a:pt x="167" y="1660"/>
                    <a:pt x="210" y="1660"/>
                  </a:cubicBezTo>
                  <a:cubicBezTo>
                    <a:pt x="232" y="1660"/>
                    <a:pt x="250" y="1645"/>
                    <a:pt x="257" y="1609"/>
                  </a:cubicBezTo>
                  <a:cubicBezTo>
                    <a:pt x="334" y="1149"/>
                    <a:pt x="365" y="649"/>
                    <a:pt x="331" y="183"/>
                  </a:cubicBezTo>
                  <a:cubicBezTo>
                    <a:pt x="325" y="88"/>
                    <a:pt x="209" y="0"/>
                    <a:pt x="12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0" name="Google Shape;2700;p56"/>
            <p:cNvSpPr/>
            <p:nvPr/>
          </p:nvSpPr>
          <p:spPr>
            <a:xfrm>
              <a:off x="1248317" y="1682188"/>
              <a:ext cx="31151" cy="46296"/>
            </a:xfrm>
            <a:custGeom>
              <a:avLst/>
              <a:gdLst/>
              <a:ahLst/>
              <a:cxnLst/>
              <a:rect l="l" t="t" r="r" b="b"/>
              <a:pathLst>
                <a:path w="975" h="1449" extrusionOk="0">
                  <a:moveTo>
                    <a:pt x="755" y="0"/>
                  </a:moveTo>
                  <a:cubicBezTo>
                    <a:pt x="727" y="0"/>
                    <a:pt x="701" y="12"/>
                    <a:pt x="681" y="40"/>
                  </a:cubicBezTo>
                  <a:cubicBezTo>
                    <a:pt x="414" y="412"/>
                    <a:pt x="84" y="881"/>
                    <a:pt x="6" y="1341"/>
                  </a:cubicBezTo>
                  <a:cubicBezTo>
                    <a:pt x="1" y="1381"/>
                    <a:pt x="27" y="1448"/>
                    <a:pt x="66" y="1448"/>
                  </a:cubicBezTo>
                  <a:cubicBezTo>
                    <a:pt x="77" y="1448"/>
                    <a:pt x="88" y="1444"/>
                    <a:pt x="101" y="1432"/>
                  </a:cubicBezTo>
                  <a:cubicBezTo>
                    <a:pt x="263" y="1281"/>
                    <a:pt x="374" y="1064"/>
                    <a:pt x="492" y="878"/>
                  </a:cubicBezTo>
                  <a:cubicBezTo>
                    <a:pt x="624" y="669"/>
                    <a:pt x="770" y="462"/>
                    <a:pt x="908" y="253"/>
                  </a:cubicBezTo>
                  <a:cubicBezTo>
                    <a:pt x="974" y="153"/>
                    <a:pt x="854" y="0"/>
                    <a:pt x="75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1" name="Google Shape;2701;p56"/>
            <p:cNvSpPr/>
            <p:nvPr/>
          </p:nvSpPr>
          <p:spPr>
            <a:xfrm>
              <a:off x="1308638" y="1782322"/>
              <a:ext cx="52462" cy="28084"/>
            </a:xfrm>
            <a:custGeom>
              <a:avLst/>
              <a:gdLst/>
              <a:ahLst/>
              <a:cxnLst/>
              <a:rect l="l" t="t" r="r" b="b"/>
              <a:pathLst>
                <a:path w="1642" h="879" extrusionOk="0">
                  <a:moveTo>
                    <a:pt x="1421" y="0"/>
                  </a:moveTo>
                  <a:cubicBezTo>
                    <a:pt x="1402" y="0"/>
                    <a:pt x="1383" y="6"/>
                    <a:pt x="1365" y="18"/>
                  </a:cubicBezTo>
                  <a:cubicBezTo>
                    <a:pt x="1112" y="201"/>
                    <a:pt x="855" y="309"/>
                    <a:pt x="561" y="410"/>
                  </a:cubicBezTo>
                  <a:cubicBezTo>
                    <a:pt x="351" y="485"/>
                    <a:pt x="17" y="566"/>
                    <a:pt x="0" y="829"/>
                  </a:cubicBezTo>
                  <a:cubicBezTo>
                    <a:pt x="0" y="846"/>
                    <a:pt x="7" y="876"/>
                    <a:pt x="30" y="876"/>
                  </a:cubicBezTo>
                  <a:cubicBezTo>
                    <a:pt x="41" y="878"/>
                    <a:pt x="53" y="879"/>
                    <a:pt x="64" y="879"/>
                  </a:cubicBezTo>
                  <a:cubicBezTo>
                    <a:pt x="153" y="879"/>
                    <a:pt x="230" y="832"/>
                    <a:pt x="314" y="799"/>
                  </a:cubicBezTo>
                  <a:cubicBezTo>
                    <a:pt x="459" y="742"/>
                    <a:pt x="608" y="698"/>
                    <a:pt x="757" y="650"/>
                  </a:cubicBezTo>
                  <a:cubicBezTo>
                    <a:pt x="1031" y="563"/>
                    <a:pt x="1372" y="478"/>
                    <a:pt x="1565" y="252"/>
                  </a:cubicBezTo>
                  <a:cubicBezTo>
                    <a:pt x="1641" y="163"/>
                    <a:pt x="1526" y="0"/>
                    <a:pt x="142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2" name="Google Shape;2702;p56"/>
            <p:cNvSpPr/>
            <p:nvPr/>
          </p:nvSpPr>
          <p:spPr>
            <a:xfrm>
              <a:off x="1297711" y="1901817"/>
              <a:ext cx="51056" cy="23004"/>
            </a:xfrm>
            <a:custGeom>
              <a:avLst/>
              <a:gdLst/>
              <a:ahLst/>
              <a:cxnLst/>
              <a:rect l="l" t="t" r="r" b="b"/>
              <a:pathLst>
                <a:path w="1598" h="720" extrusionOk="0">
                  <a:moveTo>
                    <a:pt x="84" y="1"/>
                  </a:moveTo>
                  <a:cubicBezTo>
                    <a:pt x="16" y="1"/>
                    <a:pt x="1" y="70"/>
                    <a:pt x="21" y="137"/>
                  </a:cubicBezTo>
                  <a:cubicBezTo>
                    <a:pt x="18" y="141"/>
                    <a:pt x="14" y="145"/>
                    <a:pt x="14" y="145"/>
                  </a:cubicBezTo>
                  <a:cubicBezTo>
                    <a:pt x="18" y="154"/>
                    <a:pt x="27" y="158"/>
                    <a:pt x="31" y="165"/>
                  </a:cubicBezTo>
                  <a:cubicBezTo>
                    <a:pt x="44" y="198"/>
                    <a:pt x="68" y="226"/>
                    <a:pt x="96" y="239"/>
                  </a:cubicBezTo>
                  <a:cubicBezTo>
                    <a:pt x="99" y="239"/>
                    <a:pt x="99" y="243"/>
                    <a:pt x="102" y="243"/>
                  </a:cubicBezTo>
                  <a:cubicBezTo>
                    <a:pt x="210" y="324"/>
                    <a:pt x="375" y="368"/>
                    <a:pt x="484" y="405"/>
                  </a:cubicBezTo>
                  <a:cubicBezTo>
                    <a:pt x="774" y="513"/>
                    <a:pt x="1082" y="577"/>
                    <a:pt x="1369" y="702"/>
                  </a:cubicBezTo>
                  <a:cubicBezTo>
                    <a:pt x="1398" y="714"/>
                    <a:pt x="1424" y="720"/>
                    <a:pt x="1446" y="720"/>
                  </a:cubicBezTo>
                  <a:cubicBezTo>
                    <a:pt x="1589" y="720"/>
                    <a:pt x="1597" y="498"/>
                    <a:pt x="1437" y="425"/>
                  </a:cubicBezTo>
                  <a:cubicBezTo>
                    <a:pt x="1024" y="239"/>
                    <a:pt x="551" y="137"/>
                    <a:pt x="119" y="6"/>
                  </a:cubicBezTo>
                  <a:cubicBezTo>
                    <a:pt x="106" y="2"/>
                    <a:pt x="94" y="1"/>
                    <a:pt x="84"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3" name="Google Shape;2703;p56"/>
            <p:cNvSpPr/>
            <p:nvPr/>
          </p:nvSpPr>
          <p:spPr>
            <a:xfrm>
              <a:off x="1208444" y="2023454"/>
              <a:ext cx="40321" cy="45401"/>
            </a:xfrm>
            <a:custGeom>
              <a:avLst/>
              <a:gdLst/>
              <a:ahLst/>
              <a:cxnLst/>
              <a:rect l="l" t="t" r="r" b="b"/>
              <a:pathLst>
                <a:path w="1262" h="1421" extrusionOk="0">
                  <a:moveTo>
                    <a:pt x="143" y="0"/>
                  </a:moveTo>
                  <a:cubicBezTo>
                    <a:pt x="69" y="0"/>
                    <a:pt x="0" y="46"/>
                    <a:pt x="27" y="136"/>
                  </a:cubicBezTo>
                  <a:cubicBezTo>
                    <a:pt x="104" y="410"/>
                    <a:pt x="277" y="697"/>
                    <a:pt x="436" y="933"/>
                  </a:cubicBezTo>
                  <a:cubicBezTo>
                    <a:pt x="571" y="1129"/>
                    <a:pt x="747" y="1366"/>
                    <a:pt x="997" y="1416"/>
                  </a:cubicBezTo>
                  <a:cubicBezTo>
                    <a:pt x="1011" y="1419"/>
                    <a:pt x="1025" y="1420"/>
                    <a:pt x="1039" y="1420"/>
                  </a:cubicBezTo>
                  <a:cubicBezTo>
                    <a:pt x="1190" y="1420"/>
                    <a:pt x="1262" y="1255"/>
                    <a:pt x="1126" y="1146"/>
                  </a:cubicBezTo>
                  <a:cubicBezTo>
                    <a:pt x="936" y="998"/>
                    <a:pt x="808" y="862"/>
                    <a:pt x="675" y="656"/>
                  </a:cubicBezTo>
                  <a:cubicBezTo>
                    <a:pt x="544" y="450"/>
                    <a:pt x="432" y="210"/>
                    <a:pt x="254" y="41"/>
                  </a:cubicBezTo>
                  <a:cubicBezTo>
                    <a:pt x="225" y="14"/>
                    <a:pt x="184" y="0"/>
                    <a:pt x="143"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4" name="Google Shape;2704;p56"/>
            <p:cNvSpPr/>
            <p:nvPr/>
          </p:nvSpPr>
          <p:spPr>
            <a:xfrm>
              <a:off x="1102721" y="2034636"/>
              <a:ext cx="14282" cy="47637"/>
            </a:xfrm>
            <a:custGeom>
              <a:avLst/>
              <a:gdLst/>
              <a:ahLst/>
              <a:cxnLst/>
              <a:rect l="l" t="t" r="r" b="b"/>
              <a:pathLst>
                <a:path w="447" h="1491" extrusionOk="0">
                  <a:moveTo>
                    <a:pt x="170" y="1"/>
                  </a:moveTo>
                  <a:cubicBezTo>
                    <a:pt x="140" y="1"/>
                    <a:pt x="113" y="18"/>
                    <a:pt x="102" y="63"/>
                  </a:cubicBezTo>
                  <a:cubicBezTo>
                    <a:pt x="38" y="327"/>
                    <a:pt x="55" y="610"/>
                    <a:pt x="48" y="880"/>
                  </a:cubicBezTo>
                  <a:cubicBezTo>
                    <a:pt x="44" y="1117"/>
                    <a:pt x="1" y="1289"/>
                    <a:pt x="177" y="1462"/>
                  </a:cubicBezTo>
                  <a:cubicBezTo>
                    <a:pt x="192" y="1478"/>
                    <a:pt x="209" y="1490"/>
                    <a:pt x="229" y="1490"/>
                  </a:cubicBezTo>
                  <a:cubicBezTo>
                    <a:pt x="239" y="1490"/>
                    <a:pt x="250" y="1487"/>
                    <a:pt x="261" y="1479"/>
                  </a:cubicBezTo>
                  <a:cubicBezTo>
                    <a:pt x="447" y="1350"/>
                    <a:pt x="383" y="1147"/>
                    <a:pt x="379" y="938"/>
                  </a:cubicBezTo>
                  <a:cubicBezTo>
                    <a:pt x="372" y="671"/>
                    <a:pt x="386" y="387"/>
                    <a:pt x="325" y="127"/>
                  </a:cubicBezTo>
                  <a:cubicBezTo>
                    <a:pt x="312" y="71"/>
                    <a:pt x="232" y="1"/>
                    <a:pt x="17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5" name="Google Shape;2705;p56"/>
            <p:cNvSpPr/>
            <p:nvPr/>
          </p:nvSpPr>
          <p:spPr>
            <a:xfrm>
              <a:off x="950896" y="2001408"/>
              <a:ext cx="62271" cy="34059"/>
            </a:xfrm>
            <a:custGeom>
              <a:avLst/>
              <a:gdLst/>
              <a:ahLst/>
              <a:cxnLst/>
              <a:rect l="l" t="t" r="r" b="b"/>
              <a:pathLst>
                <a:path w="1949" h="1066" extrusionOk="0">
                  <a:moveTo>
                    <a:pt x="1663" y="1"/>
                  </a:moveTo>
                  <a:cubicBezTo>
                    <a:pt x="1399" y="1"/>
                    <a:pt x="1135" y="172"/>
                    <a:pt x="914" y="302"/>
                  </a:cubicBezTo>
                  <a:cubicBezTo>
                    <a:pt x="650" y="454"/>
                    <a:pt x="390" y="620"/>
                    <a:pt x="140" y="799"/>
                  </a:cubicBezTo>
                  <a:cubicBezTo>
                    <a:pt x="0" y="895"/>
                    <a:pt x="172" y="1066"/>
                    <a:pt x="318" y="1066"/>
                  </a:cubicBezTo>
                  <a:cubicBezTo>
                    <a:pt x="346" y="1066"/>
                    <a:pt x="373" y="1059"/>
                    <a:pt x="397" y="1045"/>
                  </a:cubicBezTo>
                  <a:cubicBezTo>
                    <a:pt x="846" y="775"/>
                    <a:pt x="1272" y="386"/>
                    <a:pt x="1792" y="258"/>
                  </a:cubicBezTo>
                  <a:cubicBezTo>
                    <a:pt x="1948" y="217"/>
                    <a:pt x="1772" y="1"/>
                    <a:pt x="1671" y="1"/>
                  </a:cubicBezTo>
                  <a:cubicBezTo>
                    <a:pt x="1668" y="1"/>
                    <a:pt x="1666" y="1"/>
                    <a:pt x="166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6" name="Google Shape;2706;p56"/>
            <p:cNvSpPr/>
            <p:nvPr/>
          </p:nvSpPr>
          <p:spPr>
            <a:xfrm>
              <a:off x="923483" y="1883030"/>
              <a:ext cx="68724" cy="14026"/>
            </a:xfrm>
            <a:custGeom>
              <a:avLst/>
              <a:gdLst/>
              <a:ahLst/>
              <a:cxnLst/>
              <a:rect l="l" t="t" r="r" b="b"/>
              <a:pathLst>
                <a:path w="2151" h="439" extrusionOk="0">
                  <a:moveTo>
                    <a:pt x="1755" y="1"/>
                  </a:moveTo>
                  <a:cubicBezTo>
                    <a:pt x="1237" y="1"/>
                    <a:pt x="718" y="108"/>
                    <a:pt x="200" y="124"/>
                  </a:cubicBezTo>
                  <a:cubicBezTo>
                    <a:pt x="1" y="128"/>
                    <a:pt x="99" y="398"/>
                    <a:pt x="247" y="415"/>
                  </a:cubicBezTo>
                  <a:cubicBezTo>
                    <a:pt x="376" y="432"/>
                    <a:pt x="505" y="439"/>
                    <a:pt x="635" y="439"/>
                  </a:cubicBezTo>
                  <a:cubicBezTo>
                    <a:pt x="1060" y="439"/>
                    <a:pt x="1491" y="365"/>
                    <a:pt x="1910" y="347"/>
                  </a:cubicBezTo>
                  <a:cubicBezTo>
                    <a:pt x="2150" y="334"/>
                    <a:pt x="2069" y="6"/>
                    <a:pt x="1863" y="3"/>
                  </a:cubicBezTo>
                  <a:cubicBezTo>
                    <a:pt x="1827" y="2"/>
                    <a:pt x="1791" y="1"/>
                    <a:pt x="175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7" name="Google Shape;2707;p56"/>
            <p:cNvSpPr/>
            <p:nvPr/>
          </p:nvSpPr>
          <p:spPr>
            <a:xfrm>
              <a:off x="918850" y="1768104"/>
              <a:ext cx="74507" cy="19170"/>
            </a:xfrm>
            <a:custGeom>
              <a:avLst/>
              <a:gdLst/>
              <a:ahLst/>
              <a:cxnLst/>
              <a:rect l="l" t="t" r="r" b="b"/>
              <a:pathLst>
                <a:path w="2332" h="600" extrusionOk="0">
                  <a:moveTo>
                    <a:pt x="475" y="1"/>
                  </a:moveTo>
                  <a:cubicBezTo>
                    <a:pt x="362" y="1"/>
                    <a:pt x="249" y="9"/>
                    <a:pt x="136" y="28"/>
                  </a:cubicBezTo>
                  <a:cubicBezTo>
                    <a:pt x="1" y="51"/>
                    <a:pt x="126" y="267"/>
                    <a:pt x="224" y="271"/>
                  </a:cubicBezTo>
                  <a:cubicBezTo>
                    <a:pt x="866" y="301"/>
                    <a:pt x="1454" y="480"/>
                    <a:pt x="2083" y="596"/>
                  </a:cubicBezTo>
                  <a:cubicBezTo>
                    <a:pt x="2098" y="598"/>
                    <a:pt x="2113" y="600"/>
                    <a:pt x="2127" y="600"/>
                  </a:cubicBezTo>
                  <a:cubicBezTo>
                    <a:pt x="2327" y="600"/>
                    <a:pt x="2332" y="325"/>
                    <a:pt x="2123" y="287"/>
                  </a:cubicBezTo>
                  <a:cubicBezTo>
                    <a:pt x="1587" y="198"/>
                    <a:pt x="1030" y="1"/>
                    <a:pt x="47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08" name="Google Shape;2708;p56"/>
            <p:cNvSpPr/>
            <p:nvPr/>
          </p:nvSpPr>
          <p:spPr>
            <a:xfrm>
              <a:off x="1011505" y="1660877"/>
              <a:ext cx="34921" cy="38691"/>
            </a:xfrm>
            <a:custGeom>
              <a:avLst/>
              <a:gdLst/>
              <a:ahLst/>
              <a:cxnLst/>
              <a:rect l="l" t="t" r="r" b="b"/>
              <a:pathLst>
                <a:path w="1093" h="1211" extrusionOk="0">
                  <a:moveTo>
                    <a:pt x="137" y="1"/>
                  </a:moveTo>
                  <a:cubicBezTo>
                    <a:pt x="131" y="1"/>
                    <a:pt x="125" y="2"/>
                    <a:pt x="118" y="4"/>
                  </a:cubicBezTo>
                  <a:cubicBezTo>
                    <a:pt x="98" y="11"/>
                    <a:pt x="78" y="18"/>
                    <a:pt x="58" y="25"/>
                  </a:cubicBezTo>
                  <a:cubicBezTo>
                    <a:pt x="17" y="42"/>
                    <a:pt x="0" y="99"/>
                    <a:pt x="11" y="136"/>
                  </a:cubicBezTo>
                  <a:cubicBezTo>
                    <a:pt x="108" y="531"/>
                    <a:pt x="470" y="772"/>
                    <a:pt x="672" y="1106"/>
                  </a:cubicBezTo>
                  <a:cubicBezTo>
                    <a:pt x="714" y="1177"/>
                    <a:pt x="803" y="1210"/>
                    <a:pt x="882" y="1210"/>
                  </a:cubicBezTo>
                  <a:cubicBezTo>
                    <a:pt x="996" y="1210"/>
                    <a:pt x="1093" y="1143"/>
                    <a:pt x="1017" y="1025"/>
                  </a:cubicBezTo>
                  <a:cubicBezTo>
                    <a:pt x="882" y="812"/>
                    <a:pt x="706" y="639"/>
                    <a:pt x="538" y="457"/>
                  </a:cubicBezTo>
                  <a:cubicBezTo>
                    <a:pt x="460" y="372"/>
                    <a:pt x="379" y="288"/>
                    <a:pt x="315" y="193"/>
                  </a:cubicBezTo>
                  <a:cubicBezTo>
                    <a:pt x="286" y="153"/>
                    <a:pt x="210" y="1"/>
                    <a:pt x="13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09" name="Google Shape;2709;p56"/>
          <p:cNvSpPr/>
          <p:nvPr/>
        </p:nvSpPr>
        <p:spPr>
          <a:xfrm rot="4884482">
            <a:off x="1482574" y="322344"/>
            <a:ext cx="308207" cy="434310"/>
          </a:xfrm>
          <a:custGeom>
            <a:avLst/>
            <a:gdLst/>
            <a:ahLst/>
            <a:cxnLst/>
            <a:rect l="l" t="t" r="r" b="b"/>
            <a:pathLst>
              <a:path w="12328" h="17372" extrusionOk="0">
                <a:moveTo>
                  <a:pt x="5742" y="2940"/>
                </a:moveTo>
                <a:cubicBezTo>
                  <a:pt x="5997" y="2940"/>
                  <a:pt x="6250" y="3004"/>
                  <a:pt x="6482" y="3157"/>
                </a:cubicBezTo>
                <a:cubicBezTo>
                  <a:pt x="7063" y="3539"/>
                  <a:pt x="6932" y="4471"/>
                  <a:pt x="6556" y="4913"/>
                </a:cubicBezTo>
                <a:cubicBezTo>
                  <a:pt x="6232" y="5292"/>
                  <a:pt x="5799" y="5397"/>
                  <a:pt x="5316" y="5451"/>
                </a:cubicBezTo>
                <a:cubicBezTo>
                  <a:pt x="5120" y="5472"/>
                  <a:pt x="4910" y="5484"/>
                  <a:pt x="4692" y="5484"/>
                </a:cubicBezTo>
                <a:cubicBezTo>
                  <a:pt x="4217" y="5484"/>
                  <a:pt x="3707" y="5429"/>
                  <a:pt x="3224" y="5299"/>
                </a:cubicBezTo>
                <a:cubicBezTo>
                  <a:pt x="3410" y="4718"/>
                  <a:pt x="3711" y="4170"/>
                  <a:pt x="4087" y="3758"/>
                </a:cubicBezTo>
                <a:cubicBezTo>
                  <a:pt x="4479" y="3324"/>
                  <a:pt x="5119" y="2940"/>
                  <a:pt x="5742" y="2940"/>
                </a:cubicBezTo>
                <a:close/>
                <a:moveTo>
                  <a:pt x="7664" y="7412"/>
                </a:moveTo>
                <a:cubicBezTo>
                  <a:pt x="7913" y="7412"/>
                  <a:pt x="8149" y="7469"/>
                  <a:pt x="8340" y="7610"/>
                </a:cubicBezTo>
                <a:cubicBezTo>
                  <a:pt x="9486" y="8445"/>
                  <a:pt x="7435" y="9196"/>
                  <a:pt x="6908" y="9303"/>
                </a:cubicBezTo>
                <a:cubicBezTo>
                  <a:pt x="6667" y="9353"/>
                  <a:pt x="6420" y="9378"/>
                  <a:pt x="6173" y="9378"/>
                </a:cubicBezTo>
                <a:cubicBezTo>
                  <a:pt x="5802" y="9378"/>
                  <a:pt x="5432" y="9323"/>
                  <a:pt x="5083" y="9216"/>
                </a:cubicBezTo>
                <a:cubicBezTo>
                  <a:pt x="5330" y="8722"/>
                  <a:pt x="5681" y="8290"/>
                  <a:pt x="6114" y="7969"/>
                </a:cubicBezTo>
                <a:cubicBezTo>
                  <a:pt x="6481" y="7698"/>
                  <a:pt x="7107" y="7412"/>
                  <a:pt x="7664" y="7412"/>
                </a:cubicBezTo>
                <a:close/>
                <a:moveTo>
                  <a:pt x="9856" y="12545"/>
                </a:moveTo>
                <a:cubicBezTo>
                  <a:pt x="10328" y="12545"/>
                  <a:pt x="10821" y="12857"/>
                  <a:pt x="10639" y="13385"/>
                </a:cubicBezTo>
                <a:cubicBezTo>
                  <a:pt x="10384" y="14119"/>
                  <a:pt x="9300" y="14413"/>
                  <a:pt x="8598" y="14413"/>
                </a:cubicBezTo>
                <a:cubicBezTo>
                  <a:pt x="8582" y="14413"/>
                  <a:pt x="8566" y="14413"/>
                  <a:pt x="8550" y="14413"/>
                </a:cubicBezTo>
                <a:cubicBezTo>
                  <a:pt x="8527" y="14410"/>
                  <a:pt x="8503" y="14406"/>
                  <a:pt x="8479" y="14406"/>
                </a:cubicBezTo>
                <a:cubicBezTo>
                  <a:pt x="8510" y="14098"/>
                  <a:pt x="8588" y="13798"/>
                  <a:pt x="8713" y="13524"/>
                </a:cubicBezTo>
                <a:cubicBezTo>
                  <a:pt x="8872" y="13183"/>
                  <a:pt x="9098" y="12825"/>
                  <a:pt x="9435" y="12642"/>
                </a:cubicBezTo>
                <a:cubicBezTo>
                  <a:pt x="9558" y="12576"/>
                  <a:pt x="9706" y="12545"/>
                  <a:pt x="9856" y="12545"/>
                </a:cubicBezTo>
                <a:close/>
                <a:moveTo>
                  <a:pt x="3125" y="0"/>
                </a:moveTo>
                <a:cubicBezTo>
                  <a:pt x="3124" y="0"/>
                  <a:pt x="3122" y="0"/>
                  <a:pt x="3120" y="0"/>
                </a:cubicBezTo>
                <a:cubicBezTo>
                  <a:pt x="1109" y="44"/>
                  <a:pt x="1" y="3068"/>
                  <a:pt x="1214" y="4542"/>
                </a:cubicBezTo>
                <a:cubicBezTo>
                  <a:pt x="1548" y="4947"/>
                  <a:pt x="2065" y="5286"/>
                  <a:pt x="2663" y="5529"/>
                </a:cubicBezTo>
                <a:cubicBezTo>
                  <a:pt x="2460" y="6465"/>
                  <a:pt x="2562" y="7452"/>
                  <a:pt x="3048" y="8205"/>
                </a:cubicBezTo>
                <a:cubicBezTo>
                  <a:pt x="3410" y="8763"/>
                  <a:pt x="3931" y="9171"/>
                  <a:pt x="4522" y="9435"/>
                </a:cubicBezTo>
                <a:cubicBezTo>
                  <a:pt x="4174" y="10388"/>
                  <a:pt x="4181" y="11466"/>
                  <a:pt x="4667" y="12362"/>
                </a:cubicBezTo>
                <a:cubicBezTo>
                  <a:pt x="5313" y="13541"/>
                  <a:pt x="6648" y="14484"/>
                  <a:pt x="8033" y="14711"/>
                </a:cubicBezTo>
                <a:cubicBezTo>
                  <a:pt x="8044" y="15308"/>
                  <a:pt x="8219" y="15900"/>
                  <a:pt x="8571" y="16366"/>
                </a:cubicBezTo>
                <a:cubicBezTo>
                  <a:pt x="9169" y="17154"/>
                  <a:pt x="9912" y="17371"/>
                  <a:pt x="10723" y="17371"/>
                </a:cubicBezTo>
                <a:cubicBezTo>
                  <a:pt x="11171" y="17371"/>
                  <a:pt x="11641" y="17305"/>
                  <a:pt x="12119" y="17231"/>
                </a:cubicBezTo>
                <a:cubicBezTo>
                  <a:pt x="12327" y="17198"/>
                  <a:pt x="12212" y="16933"/>
                  <a:pt x="12048" y="16933"/>
                </a:cubicBezTo>
                <a:cubicBezTo>
                  <a:pt x="12042" y="16933"/>
                  <a:pt x="12037" y="16933"/>
                  <a:pt x="12031" y="16934"/>
                </a:cubicBezTo>
                <a:cubicBezTo>
                  <a:pt x="11605" y="16980"/>
                  <a:pt x="11179" y="17044"/>
                  <a:pt x="10767" y="17044"/>
                </a:cubicBezTo>
                <a:cubicBezTo>
                  <a:pt x="10208" y="17044"/>
                  <a:pt x="9673" y="16926"/>
                  <a:pt x="9192" y="16484"/>
                </a:cubicBezTo>
                <a:cubicBezTo>
                  <a:pt x="8709" y="16038"/>
                  <a:pt x="8479" y="15403"/>
                  <a:pt x="8466" y="14758"/>
                </a:cubicBezTo>
                <a:lnTo>
                  <a:pt x="8466" y="14758"/>
                </a:lnTo>
                <a:cubicBezTo>
                  <a:pt x="8530" y="14761"/>
                  <a:pt x="8594" y="14763"/>
                  <a:pt x="8657" y="14763"/>
                </a:cubicBezTo>
                <a:cubicBezTo>
                  <a:pt x="9096" y="14763"/>
                  <a:pt x="9533" y="14681"/>
                  <a:pt x="9946" y="14508"/>
                </a:cubicBezTo>
                <a:cubicBezTo>
                  <a:pt x="10709" y="14179"/>
                  <a:pt x="11609" y="13193"/>
                  <a:pt x="10798" y="12389"/>
                </a:cubicBezTo>
                <a:cubicBezTo>
                  <a:pt x="10587" y="12181"/>
                  <a:pt x="10329" y="12096"/>
                  <a:pt x="10062" y="12096"/>
                </a:cubicBezTo>
                <a:cubicBezTo>
                  <a:pt x="9560" y="12096"/>
                  <a:pt x="9024" y="12395"/>
                  <a:pt x="8709" y="12744"/>
                </a:cubicBezTo>
                <a:cubicBezTo>
                  <a:pt x="8317" y="13179"/>
                  <a:pt x="8101" y="13761"/>
                  <a:pt x="8044" y="14359"/>
                </a:cubicBezTo>
                <a:cubicBezTo>
                  <a:pt x="6682" y="14115"/>
                  <a:pt x="5276" y="13068"/>
                  <a:pt x="4843" y="11787"/>
                </a:cubicBezTo>
                <a:cubicBezTo>
                  <a:pt x="4606" y="11077"/>
                  <a:pt x="4661" y="10297"/>
                  <a:pt x="4924" y="9587"/>
                </a:cubicBezTo>
                <a:cubicBezTo>
                  <a:pt x="5343" y="9722"/>
                  <a:pt x="5787" y="9790"/>
                  <a:pt x="6230" y="9790"/>
                </a:cubicBezTo>
                <a:cubicBezTo>
                  <a:pt x="6986" y="9790"/>
                  <a:pt x="7742" y="9592"/>
                  <a:pt x="8368" y="9192"/>
                </a:cubicBezTo>
                <a:cubicBezTo>
                  <a:pt x="8925" y="8837"/>
                  <a:pt x="9422" y="8093"/>
                  <a:pt x="8864" y="7516"/>
                </a:cubicBezTo>
                <a:cubicBezTo>
                  <a:pt x="8554" y="7194"/>
                  <a:pt x="8083" y="7074"/>
                  <a:pt x="7614" y="7074"/>
                </a:cubicBezTo>
                <a:cubicBezTo>
                  <a:pt x="7291" y="7074"/>
                  <a:pt x="6968" y="7132"/>
                  <a:pt x="6702" y="7218"/>
                </a:cubicBezTo>
                <a:cubicBezTo>
                  <a:pt x="5793" y="7516"/>
                  <a:pt x="5090" y="8215"/>
                  <a:pt x="4681" y="9060"/>
                </a:cubicBezTo>
                <a:cubicBezTo>
                  <a:pt x="3968" y="8736"/>
                  <a:pt x="3387" y="8162"/>
                  <a:pt x="3140" y="7343"/>
                </a:cubicBezTo>
                <a:cubicBezTo>
                  <a:pt x="2984" y="6827"/>
                  <a:pt x="2998" y="6252"/>
                  <a:pt x="3120" y="5688"/>
                </a:cubicBezTo>
                <a:lnTo>
                  <a:pt x="3120" y="5688"/>
                </a:lnTo>
                <a:cubicBezTo>
                  <a:pt x="3656" y="5854"/>
                  <a:pt x="4232" y="5945"/>
                  <a:pt x="4783" y="5945"/>
                </a:cubicBezTo>
                <a:cubicBezTo>
                  <a:pt x="5500" y="5945"/>
                  <a:pt x="6175" y="5790"/>
                  <a:pt x="6668" y="5441"/>
                </a:cubicBezTo>
                <a:cubicBezTo>
                  <a:pt x="7334" y="4971"/>
                  <a:pt x="7563" y="3960"/>
                  <a:pt x="7117" y="3258"/>
                </a:cubicBezTo>
                <a:cubicBezTo>
                  <a:pt x="6806" y="2773"/>
                  <a:pt x="6259" y="2575"/>
                  <a:pt x="5699" y="2575"/>
                </a:cubicBezTo>
                <a:cubicBezTo>
                  <a:pt x="5335" y="2575"/>
                  <a:pt x="4966" y="2659"/>
                  <a:pt x="4654" y="2801"/>
                </a:cubicBezTo>
                <a:cubicBezTo>
                  <a:pt x="3745" y="3218"/>
                  <a:pt x="3076" y="4130"/>
                  <a:pt x="2761" y="5150"/>
                </a:cubicBezTo>
                <a:cubicBezTo>
                  <a:pt x="2170" y="4917"/>
                  <a:pt x="1660" y="4548"/>
                  <a:pt x="1370" y="4005"/>
                </a:cubicBezTo>
                <a:cubicBezTo>
                  <a:pt x="704" y="2758"/>
                  <a:pt x="1674" y="376"/>
                  <a:pt x="3207" y="295"/>
                </a:cubicBezTo>
                <a:cubicBezTo>
                  <a:pt x="3422" y="284"/>
                  <a:pt x="3291" y="0"/>
                  <a:pt x="3125"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0" name="Google Shape;2710;p56"/>
          <p:cNvSpPr/>
          <p:nvPr/>
        </p:nvSpPr>
        <p:spPr>
          <a:xfrm>
            <a:off x="579560" y="3387410"/>
            <a:ext cx="267320" cy="241825"/>
          </a:xfrm>
          <a:custGeom>
            <a:avLst/>
            <a:gdLst/>
            <a:ahLst/>
            <a:cxnLst/>
            <a:rect l="l" t="t" r="r" b="b"/>
            <a:pathLst>
              <a:path w="6134" h="5549" extrusionOk="0">
                <a:moveTo>
                  <a:pt x="4706" y="0"/>
                </a:moveTo>
                <a:cubicBezTo>
                  <a:pt x="4450" y="0"/>
                  <a:pt x="4175" y="126"/>
                  <a:pt x="3954" y="286"/>
                </a:cubicBezTo>
                <a:cubicBezTo>
                  <a:pt x="3480" y="625"/>
                  <a:pt x="3307" y="1238"/>
                  <a:pt x="3222" y="1799"/>
                </a:cubicBezTo>
                <a:lnTo>
                  <a:pt x="3222" y="1799"/>
                </a:lnTo>
                <a:cubicBezTo>
                  <a:pt x="3245" y="1594"/>
                  <a:pt x="2891" y="952"/>
                  <a:pt x="2798" y="765"/>
                </a:cubicBezTo>
                <a:cubicBezTo>
                  <a:pt x="2660" y="485"/>
                  <a:pt x="2454" y="296"/>
                  <a:pt x="2159" y="150"/>
                </a:cubicBezTo>
                <a:cubicBezTo>
                  <a:pt x="1994" y="67"/>
                  <a:pt x="1803" y="12"/>
                  <a:pt x="1619" y="12"/>
                </a:cubicBezTo>
                <a:cubicBezTo>
                  <a:pt x="1468" y="12"/>
                  <a:pt x="1323" y="49"/>
                  <a:pt x="1200" y="137"/>
                </a:cubicBezTo>
                <a:cubicBezTo>
                  <a:pt x="970" y="303"/>
                  <a:pt x="885" y="610"/>
                  <a:pt x="899" y="894"/>
                </a:cubicBezTo>
                <a:cubicBezTo>
                  <a:pt x="929" y="1495"/>
                  <a:pt x="1386" y="2050"/>
                  <a:pt x="1970" y="2195"/>
                </a:cubicBezTo>
                <a:cubicBezTo>
                  <a:pt x="1362" y="2215"/>
                  <a:pt x="787" y="2330"/>
                  <a:pt x="321" y="2722"/>
                </a:cubicBezTo>
                <a:cubicBezTo>
                  <a:pt x="227" y="2803"/>
                  <a:pt x="88" y="2986"/>
                  <a:pt x="61" y="3117"/>
                </a:cubicBezTo>
                <a:cubicBezTo>
                  <a:pt x="0" y="3385"/>
                  <a:pt x="61" y="3678"/>
                  <a:pt x="274" y="3854"/>
                </a:cubicBezTo>
                <a:cubicBezTo>
                  <a:pt x="487" y="4026"/>
                  <a:pt x="774" y="4084"/>
                  <a:pt x="1047" y="4090"/>
                </a:cubicBezTo>
                <a:cubicBezTo>
                  <a:pt x="1069" y="4091"/>
                  <a:pt x="1090" y="4091"/>
                  <a:pt x="1111" y="4091"/>
                </a:cubicBezTo>
                <a:cubicBezTo>
                  <a:pt x="1347" y="4091"/>
                  <a:pt x="1582" y="4054"/>
                  <a:pt x="1808" y="3986"/>
                </a:cubicBezTo>
                <a:cubicBezTo>
                  <a:pt x="2044" y="3915"/>
                  <a:pt x="2247" y="3763"/>
                  <a:pt x="2470" y="3689"/>
                </a:cubicBezTo>
                <a:lnTo>
                  <a:pt x="2470" y="3689"/>
                </a:lnTo>
                <a:cubicBezTo>
                  <a:pt x="2359" y="3982"/>
                  <a:pt x="2267" y="4263"/>
                  <a:pt x="2257" y="4581"/>
                </a:cubicBezTo>
                <a:cubicBezTo>
                  <a:pt x="2251" y="4851"/>
                  <a:pt x="2339" y="5138"/>
                  <a:pt x="2545" y="5324"/>
                </a:cubicBezTo>
                <a:cubicBezTo>
                  <a:pt x="2713" y="5474"/>
                  <a:pt x="2935" y="5548"/>
                  <a:pt x="3156" y="5548"/>
                </a:cubicBezTo>
                <a:cubicBezTo>
                  <a:pt x="3259" y="5548"/>
                  <a:pt x="3362" y="5532"/>
                  <a:pt x="3460" y="5500"/>
                </a:cubicBezTo>
                <a:cubicBezTo>
                  <a:pt x="3562" y="5466"/>
                  <a:pt x="3663" y="5416"/>
                  <a:pt x="3747" y="5351"/>
                </a:cubicBezTo>
                <a:cubicBezTo>
                  <a:pt x="3950" y="5193"/>
                  <a:pt x="4068" y="4939"/>
                  <a:pt x="4099" y="4686"/>
                </a:cubicBezTo>
                <a:cubicBezTo>
                  <a:pt x="4126" y="4469"/>
                  <a:pt x="4092" y="4253"/>
                  <a:pt x="4031" y="4047"/>
                </a:cubicBezTo>
                <a:cubicBezTo>
                  <a:pt x="3974" y="3861"/>
                  <a:pt x="3923" y="3685"/>
                  <a:pt x="3822" y="3510"/>
                </a:cubicBezTo>
                <a:lnTo>
                  <a:pt x="3822" y="3510"/>
                </a:lnTo>
                <a:cubicBezTo>
                  <a:pt x="4221" y="3763"/>
                  <a:pt x="4508" y="4104"/>
                  <a:pt x="5008" y="4141"/>
                </a:cubicBezTo>
                <a:cubicBezTo>
                  <a:pt x="5038" y="4144"/>
                  <a:pt x="5068" y="4145"/>
                  <a:pt x="5098" y="4145"/>
                </a:cubicBezTo>
                <a:cubicBezTo>
                  <a:pt x="5465" y="4145"/>
                  <a:pt x="5814" y="3974"/>
                  <a:pt x="5961" y="3617"/>
                </a:cubicBezTo>
                <a:cubicBezTo>
                  <a:pt x="6133" y="3202"/>
                  <a:pt x="5931" y="2671"/>
                  <a:pt x="5525" y="2479"/>
                </a:cubicBezTo>
                <a:cubicBezTo>
                  <a:pt x="5383" y="2415"/>
                  <a:pt x="5227" y="2384"/>
                  <a:pt x="5073" y="2357"/>
                </a:cubicBezTo>
                <a:cubicBezTo>
                  <a:pt x="4903" y="2326"/>
                  <a:pt x="4731" y="2296"/>
                  <a:pt x="4562" y="2266"/>
                </a:cubicBezTo>
                <a:cubicBezTo>
                  <a:pt x="5029" y="1995"/>
                  <a:pt x="5349" y="1492"/>
                  <a:pt x="5400" y="955"/>
                </a:cubicBezTo>
                <a:cubicBezTo>
                  <a:pt x="5417" y="755"/>
                  <a:pt x="5397" y="546"/>
                  <a:pt x="5299" y="370"/>
                </a:cubicBezTo>
                <a:cubicBezTo>
                  <a:pt x="5152" y="101"/>
                  <a:pt x="4936" y="0"/>
                  <a:pt x="470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1" name="Google Shape;2711;p56"/>
          <p:cNvSpPr/>
          <p:nvPr/>
        </p:nvSpPr>
        <p:spPr>
          <a:xfrm rot="10800000">
            <a:off x="8665675" y="3393663"/>
            <a:ext cx="478330" cy="735822"/>
          </a:xfrm>
          <a:custGeom>
            <a:avLst/>
            <a:gdLst/>
            <a:ahLst/>
            <a:cxnLst/>
            <a:rect l="l" t="t" r="r" b="b"/>
            <a:pathLst>
              <a:path w="8313" h="12788" extrusionOk="0">
                <a:moveTo>
                  <a:pt x="278" y="0"/>
                </a:moveTo>
                <a:cubicBezTo>
                  <a:pt x="186" y="0"/>
                  <a:pt x="93" y="3"/>
                  <a:pt x="0" y="10"/>
                </a:cubicBezTo>
                <a:lnTo>
                  <a:pt x="0" y="12773"/>
                </a:lnTo>
                <a:cubicBezTo>
                  <a:pt x="108" y="12782"/>
                  <a:pt x="218" y="12787"/>
                  <a:pt x="329" y="12787"/>
                </a:cubicBezTo>
                <a:cubicBezTo>
                  <a:pt x="630" y="12787"/>
                  <a:pt x="944" y="12751"/>
                  <a:pt x="1274" y="12662"/>
                </a:cubicBezTo>
                <a:cubicBezTo>
                  <a:pt x="4124" y="11881"/>
                  <a:pt x="3640" y="8941"/>
                  <a:pt x="3640" y="8941"/>
                </a:cubicBezTo>
                <a:lnTo>
                  <a:pt x="3640" y="8941"/>
                </a:lnTo>
                <a:cubicBezTo>
                  <a:pt x="3640" y="8941"/>
                  <a:pt x="3724" y="8946"/>
                  <a:pt x="3869" y="8946"/>
                </a:cubicBezTo>
                <a:cubicBezTo>
                  <a:pt x="4761" y="8946"/>
                  <a:pt x="7963" y="8756"/>
                  <a:pt x="8158" y="6035"/>
                </a:cubicBezTo>
                <a:cubicBezTo>
                  <a:pt x="8313" y="3883"/>
                  <a:pt x="6209" y="3539"/>
                  <a:pt x="4852" y="3539"/>
                </a:cubicBezTo>
                <a:cubicBezTo>
                  <a:pt x="4217" y="3539"/>
                  <a:pt x="3745" y="3615"/>
                  <a:pt x="3745" y="3615"/>
                </a:cubicBezTo>
                <a:cubicBezTo>
                  <a:pt x="3745" y="3615"/>
                  <a:pt x="3927" y="1006"/>
                  <a:pt x="1410" y="175"/>
                </a:cubicBezTo>
                <a:cubicBezTo>
                  <a:pt x="1064" y="60"/>
                  <a:pt x="678"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12" name="Google Shape;2712;p56"/>
          <p:cNvGrpSpPr/>
          <p:nvPr/>
        </p:nvGrpSpPr>
        <p:grpSpPr>
          <a:xfrm>
            <a:off x="835688" y="2346230"/>
            <a:ext cx="468336" cy="446495"/>
            <a:chOff x="984375" y="2346230"/>
            <a:chExt cx="468336" cy="446495"/>
          </a:xfrm>
        </p:grpSpPr>
        <p:sp>
          <p:nvSpPr>
            <p:cNvPr id="2713" name="Google Shape;2713;p56"/>
            <p:cNvSpPr/>
            <p:nvPr/>
          </p:nvSpPr>
          <p:spPr>
            <a:xfrm>
              <a:off x="1139896" y="2346230"/>
              <a:ext cx="312816" cy="368096"/>
            </a:xfrm>
            <a:custGeom>
              <a:avLst/>
              <a:gdLst/>
              <a:ahLst/>
              <a:cxnLst/>
              <a:rect l="l" t="t" r="r" b="b"/>
              <a:pathLst>
                <a:path w="8024" h="9442" extrusionOk="0">
                  <a:moveTo>
                    <a:pt x="2655" y="2271"/>
                  </a:moveTo>
                  <a:cubicBezTo>
                    <a:pt x="3185" y="2271"/>
                    <a:pt x="3508" y="3208"/>
                    <a:pt x="3086" y="3691"/>
                  </a:cubicBezTo>
                  <a:cubicBezTo>
                    <a:pt x="2907" y="3895"/>
                    <a:pt x="2638" y="4014"/>
                    <a:pt x="2369" y="4014"/>
                  </a:cubicBezTo>
                  <a:cubicBezTo>
                    <a:pt x="2348" y="4014"/>
                    <a:pt x="2327" y="4013"/>
                    <a:pt x="2306" y="4012"/>
                  </a:cubicBezTo>
                  <a:cubicBezTo>
                    <a:pt x="2204" y="4005"/>
                    <a:pt x="2100" y="3978"/>
                    <a:pt x="2022" y="3914"/>
                  </a:cubicBezTo>
                  <a:cubicBezTo>
                    <a:pt x="1829" y="3765"/>
                    <a:pt x="1846" y="3474"/>
                    <a:pt x="1886" y="3238"/>
                  </a:cubicBezTo>
                  <a:cubicBezTo>
                    <a:pt x="1937" y="2964"/>
                    <a:pt x="2008" y="2677"/>
                    <a:pt x="2211" y="2484"/>
                  </a:cubicBezTo>
                  <a:cubicBezTo>
                    <a:pt x="2367" y="2334"/>
                    <a:pt x="2518" y="2271"/>
                    <a:pt x="2655" y="2271"/>
                  </a:cubicBezTo>
                  <a:close/>
                  <a:moveTo>
                    <a:pt x="4035" y="6913"/>
                  </a:moveTo>
                  <a:cubicBezTo>
                    <a:pt x="4604" y="6913"/>
                    <a:pt x="5210" y="7741"/>
                    <a:pt x="4695" y="8114"/>
                  </a:cubicBezTo>
                  <a:cubicBezTo>
                    <a:pt x="4582" y="8199"/>
                    <a:pt x="4435" y="8219"/>
                    <a:pt x="4293" y="8219"/>
                  </a:cubicBezTo>
                  <a:cubicBezTo>
                    <a:pt x="4281" y="8219"/>
                    <a:pt x="4270" y="8219"/>
                    <a:pt x="4259" y="8219"/>
                  </a:cubicBezTo>
                  <a:cubicBezTo>
                    <a:pt x="3951" y="8216"/>
                    <a:pt x="3606" y="8117"/>
                    <a:pt x="3468" y="7844"/>
                  </a:cubicBezTo>
                  <a:cubicBezTo>
                    <a:pt x="3390" y="7688"/>
                    <a:pt x="3397" y="7492"/>
                    <a:pt x="3471" y="7334"/>
                  </a:cubicBezTo>
                  <a:cubicBezTo>
                    <a:pt x="3613" y="7031"/>
                    <a:pt x="3821" y="6913"/>
                    <a:pt x="4035" y="6913"/>
                  </a:cubicBezTo>
                  <a:close/>
                  <a:moveTo>
                    <a:pt x="3373" y="0"/>
                  </a:moveTo>
                  <a:cubicBezTo>
                    <a:pt x="3358" y="0"/>
                    <a:pt x="3342" y="0"/>
                    <a:pt x="3326" y="1"/>
                  </a:cubicBezTo>
                  <a:cubicBezTo>
                    <a:pt x="1" y="38"/>
                    <a:pt x="18" y="4752"/>
                    <a:pt x="72" y="5918"/>
                  </a:cubicBezTo>
                  <a:cubicBezTo>
                    <a:pt x="498" y="6306"/>
                    <a:pt x="869" y="6773"/>
                    <a:pt x="1147" y="7161"/>
                  </a:cubicBezTo>
                  <a:cubicBezTo>
                    <a:pt x="1542" y="7715"/>
                    <a:pt x="1859" y="8354"/>
                    <a:pt x="2025" y="9017"/>
                  </a:cubicBezTo>
                  <a:cubicBezTo>
                    <a:pt x="2837" y="9279"/>
                    <a:pt x="3763" y="9442"/>
                    <a:pt x="4614" y="9442"/>
                  </a:cubicBezTo>
                  <a:cubicBezTo>
                    <a:pt x="5883" y="9442"/>
                    <a:pt x="6985" y="9079"/>
                    <a:pt x="7297" y="8138"/>
                  </a:cubicBezTo>
                  <a:cubicBezTo>
                    <a:pt x="8023" y="5948"/>
                    <a:pt x="4647" y="5154"/>
                    <a:pt x="4647" y="5154"/>
                  </a:cubicBezTo>
                  <a:cubicBezTo>
                    <a:pt x="4647" y="5154"/>
                    <a:pt x="7097" y="0"/>
                    <a:pt x="337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4" name="Google Shape;2714;p56"/>
            <p:cNvSpPr/>
            <p:nvPr/>
          </p:nvSpPr>
          <p:spPr>
            <a:xfrm>
              <a:off x="1211160" y="2434726"/>
              <a:ext cx="65495" cy="68029"/>
            </a:xfrm>
            <a:custGeom>
              <a:avLst/>
              <a:gdLst/>
              <a:ahLst/>
              <a:cxnLst/>
              <a:rect l="l" t="t" r="r" b="b"/>
              <a:pathLst>
                <a:path w="1680" h="1745" extrusionOk="0">
                  <a:moveTo>
                    <a:pt x="827" y="1"/>
                  </a:moveTo>
                  <a:cubicBezTo>
                    <a:pt x="690" y="1"/>
                    <a:pt x="539" y="64"/>
                    <a:pt x="383" y="214"/>
                  </a:cubicBezTo>
                  <a:cubicBezTo>
                    <a:pt x="180" y="407"/>
                    <a:pt x="109" y="694"/>
                    <a:pt x="58" y="968"/>
                  </a:cubicBezTo>
                  <a:cubicBezTo>
                    <a:pt x="18" y="1204"/>
                    <a:pt x="1" y="1495"/>
                    <a:pt x="194" y="1644"/>
                  </a:cubicBezTo>
                  <a:cubicBezTo>
                    <a:pt x="272" y="1708"/>
                    <a:pt x="376" y="1735"/>
                    <a:pt x="478" y="1742"/>
                  </a:cubicBezTo>
                  <a:cubicBezTo>
                    <a:pt x="499" y="1743"/>
                    <a:pt x="520" y="1744"/>
                    <a:pt x="541" y="1744"/>
                  </a:cubicBezTo>
                  <a:cubicBezTo>
                    <a:pt x="810" y="1744"/>
                    <a:pt x="1079" y="1625"/>
                    <a:pt x="1258" y="1421"/>
                  </a:cubicBezTo>
                  <a:cubicBezTo>
                    <a:pt x="1680" y="938"/>
                    <a:pt x="1357" y="1"/>
                    <a:pt x="82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5" name="Google Shape;2715;p56"/>
            <p:cNvSpPr/>
            <p:nvPr/>
          </p:nvSpPr>
          <p:spPr>
            <a:xfrm>
              <a:off x="1272016" y="2615733"/>
              <a:ext cx="71031" cy="50953"/>
            </a:xfrm>
            <a:custGeom>
              <a:avLst/>
              <a:gdLst/>
              <a:ahLst/>
              <a:cxnLst/>
              <a:rect l="l" t="t" r="r" b="b"/>
              <a:pathLst>
                <a:path w="1822" h="1307" extrusionOk="0">
                  <a:moveTo>
                    <a:pt x="646" y="0"/>
                  </a:moveTo>
                  <a:cubicBezTo>
                    <a:pt x="432" y="0"/>
                    <a:pt x="224" y="118"/>
                    <a:pt x="82" y="421"/>
                  </a:cubicBezTo>
                  <a:cubicBezTo>
                    <a:pt x="8" y="579"/>
                    <a:pt x="1" y="775"/>
                    <a:pt x="79" y="931"/>
                  </a:cubicBezTo>
                  <a:cubicBezTo>
                    <a:pt x="217" y="1204"/>
                    <a:pt x="562" y="1303"/>
                    <a:pt x="870" y="1306"/>
                  </a:cubicBezTo>
                  <a:cubicBezTo>
                    <a:pt x="881" y="1306"/>
                    <a:pt x="892" y="1306"/>
                    <a:pt x="904" y="1306"/>
                  </a:cubicBezTo>
                  <a:cubicBezTo>
                    <a:pt x="1046" y="1306"/>
                    <a:pt x="1193" y="1286"/>
                    <a:pt x="1306" y="1201"/>
                  </a:cubicBezTo>
                  <a:cubicBezTo>
                    <a:pt x="1821" y="828"/>
                    <a:pt x="1215" y="0"/>
                    <a:pt x="64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6" name="Google Shape;2716;p56"/>
            <p:cNvSpPr/>
            <p:nvPr/>
          </p:nvSpPr>
          <p:spPr>
            <a:xfrm>
              <a:off x="984375" y="2470319"/>
              <a:ext cx="249543" cy="322406"/>
            </a:xfrm>
            <a:custGeom>
              <a:avLst/>
              <a:gdLst/>
              <a:ahLst/>
              <a:cxnLst/>
              <a:rect l="l" t="t" r="r" b="b"/>
              <a:pathLst>
                <a:path w="6401" h="8270" extrusionOk="0">
                  <a:moveTo>
                    <a:pt x="1000" y="0"/>
                  </a:moveTo>
                  <a:cubicBezTo>
                    <a:pt x="974" y="0"/>
                    <a:pt x="947" y="2"/>
                    <a:pt x="920" y="4"/>
                  </a:cubicBezTo>
                  <a:cubicBezTo>
                    <a:pt x="58" y="82"/>
                    <a:pt x="1" y="1457"/>
                    <a:pt x="789" y="1457"/>
                  </a:cubicBezTo>
                  <a:cubicBezTo>
                    <a:pt x="851" y="1457"/>
                    <a:pt x="918" y="1448"/>
                    <a:pt x="990" y="1430"/>
                  </a:cubicBezTo>
                  <a:cubicBezTo>
                    <a:pt x="1031" y="1420"/>
                    <a:pt x="1024" y="1319"/>
                    <a:pt x="981" y="1319"/>
                  </a:cubicBezTo>
                  <a:cubicBezTo>
                    <a:pt x="976" y="1319"/>
                    <a:pt x="971" y="1319"/>
                    <a:pt x="966" y="1319"/>
                  </a:cubicBezTo>
                  <a:cubicBezTo>
                    <a:pt x="97" y="1319"/>
                    <a:pt x="395" y="232"/>
                    <a:pt x="1059" y="232"/>
                  </a:cubicBezTo>
                  <a:cubicBezTo>
                    <a:pt x="1131" y="232"/>
                    <a:pt x="1208" y="245"/>
                    <a:pt x="1288" y="274"/>
                  </a:cubicBezTo>
                  <a:cubicBezTo>
                    <a:pt x="1687" y="420"/>
                    <a:pt x="1869" y="913"/>
                    <a:pt x="1954" y="1288"/>
                  </a:cubicBezTo>
                  <a:cubicBezTo>
                    <a:pt x="1998" y="1491"/>
                    <a:pt x="2021" y="1701"/>
                    <a:pt x="2011" y="1907"/>
                  </a:cubicBezTo>
                  <a:cubicBezTo>
                    <a:pt x="2011" y="1991"/>
                    <a:pt x="1994" y="2072"/>
                    <a:pt x="1987" y="2157"/>
                  </a:cubicBezTo>
                  <a:cubicBezTo>
                    <a:pt x="1842" y="2316"/>
                    <a:pt x="1792" y="2542"/>
                    <a:pt x="1910" y="2796"/>
                  </a:cubicBezTo>
                  <a:cubicBezTo>
                    <a:pt x="2129" y="3272"/>
                    <a:pt x="2545" y="3482"/>
                    <a:pt x="2934" y="3809"/>
                  </a:cubicBezTo>
                  <a:cubicBezTo>
                    <a:pt x="3309" y="4123"/>
                    <a:pt x="3643" y="4479"/>
                    <a:pt x="3958" y="4853"/>
                  </a:cubicBezTo>
                  <a:cubicBezTo>
                    <a:pt x="4749" y="5800"/>
                    <a:pt x="5762" y="7063"/>
                    <a:pt x="6131" y="8236"/>
                  </a:cubicBezTo>
                  <a:cubicBezTo>
                    <a:pt x="6138" y="8260"/>
                    <a:pt x="6149" y="8269"/>
                    <a:pt x="6160" y="8269"/>
                  </a:cubicBezTo>
                  <a:cubicBezTo>
                    <a:pt x="6192" y="8269"/>
                    <a:pt x="6229" y="8194"/>
                    <a:pt x="6229" y="8161"/>
                  </a:cubicBezTo>
                  <a:cubicBezTo>
                    <a:pt x="6188" y="7350"/>
                    <a:pt x="6401" y="6668"/>
                    <a:pt x="6201" y="5854"/>
                  </a:cubicBezTo>
                  <a:cubicBezTo>
                    <a:pt x="6201" y="5847"/>
                    <a:pt x="6198" y="5840"/>
                    <a:pt x="6198" y="5834"/>
                  </a:cubicBezTo>
                  <a:cubicBezTo>
                    <a:pt x="6032" y="5171"/>
                    <a:pt x="5715" y="4532"/>
                    <a:pt x="5320" y="3978"/>
                  </a:cubicBezTo>
                  <a:cubicBezTo>
                    <a:pt x="5042" y="3590"/>
                    <a:pt x="4671" y="3123"/>
                    <a:pt x="4245" y="2735"/>
                  </a:cubicBezTo>
                  <a:cubicBezTo>
                    <a:pt x="3751" y="2286"/>
                    <a:pt x="3183" y="1934"/>
                    <a:pt x="2595" y="1917"/>
                  </a:cubicBezTo>
                  <a:cubicBezTo>
                    <a:pt x="2587" y="1916"/>
                    <a:pt x="2579" y="1916"/>
                    <a:pt x="2571" y="1916"/>
                  </a:cubicBezTo>
                  <a:cubicBezTo>
                    <a:pt x="2462" y="1916"/>
                    <a:pt x="2359" y="1936"/>
                    <a:pt x="2264" y="1971"/>
                  </a:cubicBezTo>
                  <a:cubicBezTo>
                    <a:pt x="2268" y="1582"/>
                    <a:pt x="2116" y="1089"/>
                    <a:pt x="2032" y="879"/>
                  </a:cubicBezTo>
                  <a:cubicBezTo>
                    <a:pt x="1854" y="443"/>
                    <a:pt x="1504" y="0"/>
                    <a:pt x="10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17" name="Google Shape;2717;p56"/>
          <p:cNvSpPr/>
          <p:nvPr/>
        </p:nvSpPr>
        <p:spPr>
          <a:xfrm>
            <a:off x="1788828" y="4656375"/>
            <a:ext cx="1508696" cy="487128"/>
          </a:xfrm>
          <a:custGeom>
            <a:avLst/>
            <a:gdLst/>
            <a:ahLst/>
            <a:cxnLst/>
            <a:rect l="l" t="t" r="r" b="b"/>
            <a:pathLst>
              <a:path w="24204" h="7815" extrusionOk="0">
                <a:moveTo>
                  <a:pt x="16155" y="1"/>
                </a:moveTo>
                <a:cubicBezTo>
                  <a:pt x="14677" y="1"/>
                  <a:pt x="13024" y="802"/>
                  <a:pt x="12476" y="2554"/>
                </a:cubicBezTo>
                <a:cubicBezTo>
                  <a:pt x="12476" y="2554"/>
                  <a:pt x="11108" y="331"/>
                  <a:pt x="8285" y="331"/>
                </a:cubicBezTo>
                <a:cubicBezTo>
                  <a:pt x="8057" y="331"/>
                  <a:pt x="7820" y="346"/>
                  <a:pt x="7574" y="377"/>
                </a:cubicBezTo>
                <a:cubicBezTo>
                  <a:pt x="4269" y="796"/>
                  <a:pt x="4684" y="3932"/>
                  <a:pt x="4684" y="3932"/>
                </a:cubicBezTo>
                <a:cubicBezTo>
                  <a:pt x="4684" y="3932"/>
                  <a:pt x="4094" y="3782"/>
                  <a:pt x="3335" y="3782"/>
                </a:cubicBezTo>
                <a:cubicBezTo>
                  <a:pt x="2082" y="3782"/>
                  <a:pt x="367" y="4191"/>
                  <a:pt x="78" y="6358"/>
                </a:cubicBezTo>
                <a:cubicBezTo>
                  <a:pt x="0" y="6949"/>
                  <a:pt x="68" y="7429"/>
                  <a:pt x="237" y="7815"/>
                </a:cubicBezTo>
                <a:lnTo>
                  <a:pt x="23257" y="7815"/>
                </a:lnTo>
                <a:cubicBezTo>
                  <a:pt x="23686" y="7395"/>
                  <a:pt x="23993" y="6821"/>
                  <a:pt x="24047" y="6041"/>
                </a:cubicBezTo>
                <a:cubicBezTo>
                  <a:pt x="24204" y="3886"/>
                  <a:pt x="22100" y="3543"/>
                  <a:pt x="20743" y="3543"/>
                </a:cubicBezTo>
                <a:cubicBezTo>
                  <a:pt x="20109" y="3543"/>
                  <a:pt x="19638" y="3618"/>
                  <a:pt x="19638" y="3618"/>
                </a:cubicBezTo>
                <a:cubicBezTo>
                  <a:pt x="19638" y="3618"/>
                  <a:pt x="19816" y="1013"/>
                  <a:pt x="17302" y="177"/>
                </a:cubicBezTo>
                <a:cubicBezTo>
                  <a:pt x="16950" y="61"/>
                  <a:pt x="16559" y="1"/>
                  <a:pt x="16155"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18" name="Google Shape;2718;p56"/>
          <p:cNvSpPr/>
          <p:nvPr/>
        </p:nvSpPr>
        <p:spPr>
          <a:xfrm>
            <a:off x="8622825" y="2542127"/>
            <a:ext cx="394302" cy="520333"/>
          </a:xfrm>
          <a:custGeom>
            <a:avLst/>
            <a:gdLst/>
            <a:ahLst/>
            <a:cxnLst/>
            <a:rect l="l" t="t" r="r" b="b"/>
            <a:pathLst>
              <a:path w="9852" h="13001" extrusionOk="0">
                <a:moveTo>
                  <a:pt x="9327" y="222"/>
                </a:moveTo>
                <a:cubicBezTo>
                  <a:pt x="9344" y="3338"/>
                  <a:pt x="9324" y="6524"/>
                  <a:pt x="7479" y="9201"/>
                </a:cubicBezTo>
                <a:cubicBezTo>
                  <a:pt x="5989" y="11357"/>
                  <a:pt x="3580" y="12283"/>
                  <a:pt x="1069" y="12618"/>
                </a:cubicBezTo>
                <a:cubicBezTo>
                  <a:pt x="1302" y="11526"/>
                  <a:pt x="1691" y="10458"/>
                  <a:pt x="2177" y="9434"/>
                </a:cubicBezTo>
                <a:cubicBezTo>
                  <a:pt x="3046" y="9386"/>
                  <a:pt x="3904" y="9150"/>
                  <a:pt x="4749" y="8957"/>
                </a:cubicBezTo>
                <a:cubicBezTo>
                  <a:pt x="5573" y="8775"/>
                  <a:pt x="6387" y="8542"/>
                  <a:pt x="7101" y="8079"/>
                </a:cubicBezTo>
                <a:cubicBezTo>
                  <a:pt x="7132" y="8060"/>
                  <a:pt x="7123" y="7979"/>
                  <a:pt x="7086" y="7979"/>
                </a:cubicBezTo>
                <a:cubicBezTo>
                  <a:pt x="7083" y="7979"/>
                  <a:pt x="7080" y="7980"/>
                  <a:pt x="7077" y="7981"/>
                </a:cubicBezTo>
                <a:cubicBezTo>
                  <a:pt x="5570" y="8458"/>
                  <a:pt x="3948" y="8957"/>
                  <a:pt x="2352" y="9082"/>
                </a:cubicBezTo>
                <a:cubicBezTo>
                  <a:pt x="2803" y="8177"/>
                  <a:pt x="3316" y="7302"/>
                  <a:pt x="3857" y="6477"/>
                </a:cubicBezTo>
                <a:cubicBezTo>
                  <a:pt x="4096" y="6109"/>
                  <a:pt x="4350" y="5757"/>
                  <a:pt x="4603" y="5403"/>
                </a:cubicBezTo>
                <a:cubicBezTo>
                  <a:pt x="5344" y="5321"/>
                  <a:pt x="6091" y="5017"/>
                  <a:pt x="6790" y="4781"/>
                </a:cubicBezTo>
                <a:cubicBezTo>
                  <a:pt x="7340" y="4595"/>
                  <a:pt x="7817" y="4399"/>
                  <a:pt x="8237" y="3993"/>
                </a:cubicBezTo>
                <a:cubicBezTo>
                  <a:pt x="8257" y="3973"/>
                  <a:pt x="8260" y="3911"/>
                  <a:pt x="8231" y="3911"/>
                </a:cubicBezTo>
                <a:cubicBezTo>
                  <a:pt x="8227" y="3911"/>
                  <a:pt x="8222" y="3913"/>
                  <a:pt x="8216" y="3916"/>
                </a:cubicBezTo>
                <a:cubicBezTo>
                  <a:pt x="7655" y="4223"/>
                  <a:pt x="7053" y="4419"/>
                  <a:pt x="6438" y="4592"/>
                </a:cubicBezTo>
                <a:cubicBezTo>
                  <a:pt x="5952" y="4730"/>
                  <a:pt x="5374" y="4818"/>
                  <a:pt x="4877" y="5011"/>
                </a:cubicBezTo>
                <a:cubicBezTo>
                  <a:pt x="5222" y="4548"/>
                  <a:pt x="5576" y="4091"/>
                  <a:pt x="5941" y="3639"/>
                </a:cubicBezTo>
                <a:cubicBezTo>
                  <a:pt x="6682" y="2726"/>
                  <a:pt x="7588" y="1999"/>
                  <a:pt x="8374" y="1131"/>
                </a:cubicBezTo>
                <a:cubicBezTo>
                  <a:pt x="8386" y="1120"/>
                  <a:pt x="8386" y="1082"/>
                  <a:pt x="8369" y="1082"/>
                </a:cubicBezTo>
                <a:cubicBezTo>
                  <a:pt x="8366" y="1082"/>
                  <a:pt x="8363" y="1084"/>
                  <a:pt x="8358" y="1087"/>
                </a:cubicBezTo>
                <a:cubicBezTo>
                  <a:pt x="7563" y="1733"/>
                  <a:pt x="6833" y="2395"/>
                  <a:pt x="6151" y="3091"/>
                </a:cubicBezTo>
                <a:cubicBezTo>
                  <a:pt x="6164" y="2909"/>
                  <a:pt x="6148" y="2726"/>
                  <a:pt x="6151" y="2544"/>
                </a:cubicBezTo>
                <a:cubicBezTo>
                  <a:pt x="6158" y="2236"/>
                  <a:pt x="6178" y="1925"/>
                  <a:pt x="6209" y="1625"/>
                </a:cubicBezTo>
                <a:cubicBezTo>
                  <a:pt x="6211" y="1595"/>
                  <a:pt x="6193" y="1576"/>
                  <a:pt x="6175" y="1576"/>
                </a:cubicBezTo>
                <a:cubicBezTo>
                  <a:pt x="6162" y="1576"/>
                  <a:pt x="6150" y="1585"/>
                  <a:pt x="6144" y="1608"/>
                </a:cubicBezTo>
                <a:cubicBezTo>
                  <a:pt x="6060" y="1952"/>
                  <a:pt x="6013" y="2300"/>
                  <a:pt x="5992" y="2655"/>
                </a:cubicBezTo>
                <a:cubicBezTo>
                  <a:pt x="5982" y="2845"/>
                  <a:pt x="5908" y="3101"/>
                  <a:pt x="5966" y="3291"/>
                </a:cubicBezTo>
                <a:cubicBezTo>
                  <a:pt x="5256" y="4038"/>
                  <a:pt x="4600" y="4832"/>
                  <a:pt x="3992" y="5693"/>
                </a:cubicBezTo>
                <a:cubicBezTo>
                  <a:pt x="3938" y="5399"/>
                  <a:pt x="3820" y="5098"/>
                  <a:pt x="3756" y="4824"/>
                </a:cubicBezTo>
                <a:cubicBezTo>
                  <a:pt x="3667" y="4443"/>
                  <a:pt x="3654" y="3987"/>
                  <a:pt x="3495" y="3625"/>
                </a:cubicBezTo>
                <a:lnTo>
                  <a:pt x="3492" y="3625"/>
                </a:lnTo>
                <a:cubicBezTo>
                  <a:pt x="3343" y="3905"/>
                  <a:pt x="3424" y="4321"/>
                  <a:pt x="3464" y="4622"/>
                </a:cubicBezTo>
                <a:cubicBezTo>
                  <a:pt x="3525" y="5058"/>
                  <a:pt x="3606" y="5538"/>
                  <a:pt x="3820" y="5933"/>
                </a:cubicBezTo>
                <a:cubicBezTo>
                  <a:pt x="3610" y="6237"/>
                  <a:pt x="3404" y="6548"/>
                  <a:pt x="3204" y="6869"/>
                </a:cubicBezTo>
                <a:cubicBezTo>
                  <a:pt x="2917" y="7335"/>
                  <a:pt x="2630" y="7822"/>
                  <a:pt x="2360" y="8319"/>
                </a:cubicBezTo>
                <a:cubicBezTo>
                  <a:pt x="2296" y="8025"/>
                  <a:pt x="2177" y="7734"/>
                  <a:pt x="2123" y="7444"/>
                </a:cubicBezTo>
                <a:cubicBezTo>
                  <a:pt x="2045" y="7055"/>
                  <a:pt x="1995" y="6660"/>
                  <a:pt x="1992" y="6261"/>
                </a:cubicBezTo>
                <a:cubicBezTo>
                  <a:pt x="1992" y="6230"/>
                  <a:pt x="1974" y="6210"/>
                  <a:pt x="1956" y="6210"/>
                </a:cubicBezTo>
                <a:cubicBezTo>
                  <a:pt x="1942" y="6210"/>
                  <a:pt x="1928" y="6222"/>
                  <a:pt x="1920" y="6248"/>
                </a:cubicBezTo>
                <a:cubicBezTo>
                  <a:pt x="1741" y="6953"/>
                  <a:pt x="1914" y="7927"/>
                  <a:pt x="2211" y="8606"/>
                </a:cubicBezTo>
                <a:cubicBezTo>
                  <a:pt x="2116" y="8785"/>
                  <a:pt x="2025" y="8968"/>
                  <a:pt x="1934" y="9150"/>
                </a:cubicBezTo>
                <a:cubicBezTo>
                  <a:pt x="1914" y="9171"/>
                  <a:pt x="1900" y="9194"/>
                  <a:pt x="1900" y="9224"/>
                </a:cubicBezTo>
                <a:cubicBezTo>
                  <a:pt x="1417" y="10225"/>
                  <a:pt x="1025" y="11269"/>
                  <a:pt x="812" y="12334"/>
                </a:cubicBezTo>
                <a:cubicBezTo>
                  <a:pt x="275" y="11100"/>
                  <a:pt x="464" y="9363"/>
                  <a:pt x="680" y="8123"/>
                </a:cubicBezTo>
                <a:cubicBezTo>
                  <a:pt x="933" y="6663"/>
                  <a:pt x="1532" y="5264"/>
                  <a:pt x="2397" y="4064"/>
                </a:cubicBezTo>
                <a:cubicBezTo>
                  <a:pt x="4086" y="1712"/>
                  <a:pt x="6509" y="523"/>
                  <a:pt x="9327" y="222"/>
                </a:cubicBezTo>
                <a:close/>
                <a:moveTo>
                  <a:pt x="9392" y="1"/>
                </a:moveTo>
                <a:cubicBezTo>
                  <a:pt x="9378" y="1"/>
                  <a:pt x="9365" y="4"/>
                  <a:pt x="9355" y="12"/>
                </a:cubicBezTo>
                <a:cubicBezTo>
                  <a:pt x="9237" y="7"/>
                  <a:pt x="9119" y="4"/>
                  <a:pt x="9002" y="4"/>
                </a:cubicBezTo>
                <a:cubicBezTo>
                  <a:pt x="5921" y="4"/>
                  <a:pt x="3055" y="2028"/>
                  <a:pt x="1535" y="4626"/>
                </a:cubicBezTo>
                <a:cubicBezTo>
                  <a:pt x="755" y="5957"/>
                  <a:pt x="284" y="7450"/>
                  <a:pt x="173" y="8991"/>
                </a:cubicBezTo>
                <a:cubicBezTo>
                  <a:pt x="86" y="10222"/>
                  <a:pt x="1" y="11705"/>
                  <a:pt x="690" y="12789"/>
                </a:cubicBezTo>
                <a:cubicBezTo>
                  <a:pt x="697" y="12886"/>
                  <a:pt x="800" y="13000"/>
                  <a:pt x="930" y="13000"/>
                </a:cubicBezTo>
                <a:cubicBezTo>
                  <a:pt x="937" y="13000"/>
                  <a:pt x="943" y="13000"/>
                  <a:pt x="950" y="13000"/>
                </a:cubicBezTo>
                <a:cubicBezTo>
                  <a:pt x="3600" y="12776"/>
                  <a:pt x="6242" y="11698"/>
                  <a:pt x="7807" y="9461"/>
                </a:cubicBezTo>
                <a:cubicBezTo>
                  <a:pt x="9733" y="6707"/>
                  <a:pt x="9851" y="3344"/>
                  <a:pt x="9530" y="120"/>
                </a:cubicBezTo>
                <a:cubicBezTo>
                  <a:pt x="9525" y="59"/>
                  <a:pt x="9448" y="1"/>
                  <a:pt x="939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19" name="Google Shape;2719;p56"/>
          <p:cNvGrpSpPr/>
          <p:nvPr/>
        </p:nvGrpSpPr>
        <p:grpSpPr>
          <a:xfrm rot="8999956">
            <a:off x="8178284" y="72684"/>
            <a:ext cx="581381" cy="933635"/>
            <a:chOff x="304350" y="3911000"/>
            <a:chExt cx="581394" cy="933655"/>
          </a:xfrm>
        </p:grpSpPr>
        <p:sp>
          <p:nvSpPr>
            <p:cNvPr id="2720" name="Google Shape;2720;p56"/>
            <p:cNvSpPr/>
            <p:nvPr/>
          </p:nvSpPr>
          <p:spPr>
            <a:xfrm>
              <a:off x="317622" y="4003813"/>
              <a:ext cx="91581" cy="114345"/>
            </a:xfrm>
            <a:custGeom>
              <a:avLst/>
              <a:gdLst/>
              <a:ahLst/>
              <a:cxnLst/>
              <a:rect l="l" t="t" r="r" b="b"/>
              <a:pathLst>
                <a:path w="2084" h="2602" extrusionOk="0">
                  <a:moveTo>
                    <a:pt x="688" y="0"/>
                  </a:moveTo>
                  <a:cubicBezTo>
                    <a:pt x="328" y="0"/>
                    <a:pt x="1" y="379"/>
                    <a:pt x="201" y="1026"/>
                  </a:cubicBezTo>
                  <a:cubicBezTo>
                    <a:pt x="438" y="1797"/>
                    <a:pt x="1472" y="2405"/>
                    <a:pt x="2084" y="2601"/>
                  </a:cubicBezTo>
                  <a:cubicBezTo>
                    <a:pt x="2060" y="2375"/>
                    <a:pt x="2040" y="2145"/>
                    <a:pt x="2023" y="1915"/>
                  </a:cubicBezTo>
                  <a:cubicBezTo>
                    <a:pt x="1746" y="1273"/>
                    <a:pt x="1344" y="418"/>
                    <a:pt x="1084" y="168"/>
                  </a:cubicBezTo>
                  <a:cubicBezTo>
                    <a:pt x="965" y="54"/>
                    <a:pt x="824" y="0"/>
                    <a:pt x="688"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1" name="Google Shape;2721;p56"/>
            <p:cNvSpPr/>
            <p:nvPr/>
          </p:nvSpPr>
          <p:spPr>
            <a:xfrm>
              <a:off x="440801" y="4042309"/>
              <a:ext cx="97031" cy="155565"/>
            </a:xfrm>
            <a:custGeom>
              <a:avLst/>
              <a:gdLst/>
              <a:ahLst/>
              <a:cxnLst/>
              <a:rect l="l" t="t" r="r" b="b"/>
              <a:pathLst>
                <a:path w="2208" h="3540" extrusionOk="0">
                  <a:moveTo>
                    <a:pt x="1702" y="0"/>
                  </a:moveTo>
                  <a:cubicBezTo>
                    <a:pt x="1282" y="0"/>
                    <a:pt x="653" y="806"/>
                    <a:pt x="389" y="1549"/>
                  </a:cubicBezTo>
                  <a:cubicBezTo>
                    <a:pt x="224" y="2013"/>
                    <a:pt x="92" y="2537"/>
                    <a:pt x="1" y="2952"/>
                  </a:cubicBezTo>
                  <a:cubicBezTo>
                    <a:pt x="41" y="3148"/>
                    <a:pt x="85" y="3344"/>
                    <a:pt x="129" y="3540"/>
                  </a:cubicBezTo>
                  <a:cubicBezTo>
                    <a:pt x="754" y="3125"/>
                    <a:pt x="1667" y="2120"/>
                    <a:pt x="1916" y="1431"/>
                  </a:cubicBezTo>
                  <a:cubicBezTo>
                    <a:pt x="2208" y="634"/>
                    <a:pt x="2150" y="43"/>
                    <a:pt x="1734" y="2"/>
                  </a:cubicBezTo>
                  <a:cubicBezTo>
                    <a:pt x="1723" y="1"/>
                    <a:pt x="1713" y="0"/>
                    <a:pt x="170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2" name="Google Shape;2722;p56"/>
            <p:cNvSpPr/>
            <p:nvPr/>
          </p:nvSpPr>
          <p:spPr>
            <a:xfrm>
              <a:off x="304350" y="4191285"/>
              <a:ext cx="144667" cy="109071"/>
            </a:xfrm>
            <a:custGeom>
              <a:avLst/>
              <a:gdLst/>
              <a:ahLst/>
              <a:cxnLst/>
              <a:rect l="l" t="t" r="r" b="b"/>
              <a:pathLst>
                <a:path w="3292" h="2482" extrusionOk="0">
                  <a:moveTo>
                    <a:pt x="575" y="1"/>
                  </a:moveTo>
                  <a:cubicBezTo>
                    <a:pt x="471" y="1"/>
                    <a:pt x="393" y="22"/>
                    <a:pt x="348" y="65"/>
                  </a:cubicBezTo>
                  <a:cubicBezTo>
                    <a:pt x="0" y="404"/>
                    <a:pt x="189" y="1336"/>
                    <a:pt x="1203" y="1901"/>
                  </a:cubicBezTo>
                  <a:cubicBezTo>
                    <a:pt x="1991" y="2340"/>
                    <a:pt x="2916" y="2451"/>
                    <a:pt x="3292" y="2481"/>
                  </a:cubicBezTo>
                  <a:cubicBezTo>
                    <a:pt x="3180" y="2154"/>
                    <a:pt x="3082" y="1826"/>
                    <a:pt x="2987" y="1495"/>
                  </a:cubicBezTo>
                  <a:cubicBezTo>
                    <a:pt x="2292" y="556"/>
                    <a:pt x="1104" y="1"/>
                    <a:pt x="5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3" name="Google Shape;2723;p56"/>
            <p:cNvSpPr/>
            <p:nvPr/>
          </p:nvSpPr>
          <p:spPr>
            <a:xfrm>
              <a:off x="507027" y="4204908"/>
              <a:ext cx="111884" cy="188700"/>
            </a:xfrm>
            <a:custGeom>
              <a:avLst/>
              <a:gdLst/>
              <a:ahLst/>
              <a:cxnLst/>
              <a:rect l="l" t="t" r="r" b="b"/>
              <a:pathLst>
                <a:path w="2546" h="4294" extrusionOk="0">
                  <a:moveTo>
                    <a:pt x="1792" y="0"/>
                  </a:moveTo>
                  <a:cubicBezTo>
                    <a:pt x="1287" y="0"/>
                    <a:pt x="754" y="628"/>
                    <a:pt x="389" y="1716"/>
                  </a:cubicBezTo>
                  <a:cubicBezTo>
                    <a:pt x="136" y="2480"/>
                    <a:pt x="38" y="3263"/>
                    <a:pt x="1" y="3804"/>
                  </a:cubicBezTo>
                  <a:cubicBezTo>
                    <a:pt x="75" y="3966"/>
                    <a:pt x="156" y="4132"/>
                    <a:pt x="238" y="4294"/>
                  </a:cubicBezTo>
                  <a:cubicBezTo>
                    <a:pt x="2546" y="2513"/>
                    <a:pt x="2356" y="245"/>
                    <a:pt x="2153" y="114"/>
                  </a:cubicBezTo>
                  <a:cubicBezTo>
                    <a:pt x="2036" y="37"/>
                    <a:pt x="1915" y="0"/>
                    <a:pt x="1792"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4" name="Google Shape;2724;p56"/>
            <p:cNvSpPr/>
            <p:nvPr/>
          </p:nvSpPr>
          <p:spPr>
            <a:xfrm>
              <a:off x="316699" y="4391765"/>
              <a:ext cx="234051" cy="117817"/>
            </a:xfrm>
            <a:custGeom>
              <a:avLst/>
              <a:gdLst/>
              <a:ahLst/>
              <a:cxnLst/>
              <a:rect l="l" t="t" r="r" b="b"/>
              <a:pathLst>
                <a:path w="5326" h="2681" extrusionOk="0">
                  <a:moveTo>
                    <a:pt x="764" y="0"/>
                  </a:moveTo>
                  <a:cubicBezTo>
                    <a:pt x="0" y="0"/>
                    <a:pt x="446" y="930"/>
                    <a:pt x="1074" y="1516"/>
                  </a:cubicBezTo>
                  <a:cubicBezTo>
                    <a:pt x="1680" y="2086"/>
                    <a:pt x="3818" y="2680"/>
                    <a:pt x="5176" y="2680"/>
                  </a:cubicBezTo>
                  <a:cubicBezTo>
                    <a:pt x="5227" y="2680"/>
                    <a:pt x="5277" y="2679"/>
                    <a:pt x="5325" y="2678"/>
                  </a:cubicBezTo>
                  <a:cubicBezTo>
                    <a:pt x="5230" y="2526"/>
                    <a:pt x="5133" y="2377"/>
                    <a:pt x="5041" y="2225"/>
                  </a:cubicBezTo>
                  <a:cubicBezTo>
                    <a:pt x="3970" y="1525"/>
                    <a:pt x="1838" y="184"/>
                    <a:pt x="1024" y="28"/>
                  </a:cubicBezTo>
                  <a:cubicBezTo>
                    <a:pt x="925" y="9"/>
                    <a:pt x="839" y="0"/>
                    <a:pt x="764"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5" name="Google Shape;2725;p56"/>
            <p:cNvSpPr/>
            <p:nvPr/>
          </p:nvSpPr>
          <p:spPr>
            <a:xfrm>
              <a:off x="608629" y="4335822"/>
              <a:ext cx="114872" cy="219989"/>
            </a:xfrm>
            <a:custGeom>
              <a:avLst/>
              <a:gdLst/>
              <a:ahLst/>
              <a:cxnLst/>
              <a:rect l="l" t="t" r="r" b="b"/>
              <a:pathLst>
                <a:path w="2614" h="5006" extrusionOk="0">
                  <a:moveTo>
                    <a:pt x="2283" y="1"/>
                  </a:moveTo>
                  <a:cubicBezTo>
                    <a:pt x="1944" y="1"/>
                    <a:pt x="1332" y="587"/>
                    <a:pt x="923" y="1285"/>
                  </a:cubicBezTo>
                  <a:cubicBezTo>
                    <a:pt x="179" y="2549"/>
                    <a:pt x="24" y="3985"/>
                    <a:pt x="0" y="4755"/>
                  </a:cubicBezTo>
                  <a:cubicBezTo>
                    <a:pt x="61" y="4840"/>
                    <a:pt x="122" y="4921"/>
                    <a:pt x="183" y="5005"/>
                  </a:cubicBezTo>
                  <a:cubicBezTo>
                    <a:pt x="899" y="3775"/>
                    <a:pt x="2085" y="2450"/>
                    <a:pt x="2454" y="926"/>
                  </a:cubicBezTo>
                  <a:cubicBezTo>
                    <a:pt x="2613" y="262"/>
                    <a:pt x="2509" y="1"/>
                    <a:pt x="228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6" name="Google Shape;2726;p56"/>
            <p:cNvSpPr/>
            <p:nvPr/>
          </p:nvSpPr>
          <p:spPr>
            <a:xfrm>
              <a:off x="351240" y="4538675"/>
              <a:ext cx="297815" cy="104281"/>
            </a:xfrm>
            <a:custGeom>
              <a:avLst/>
              <a:gdLst/>
              <a:ahLst/>
              <a:cxnLst/>
              <a:rect l="l" t="t" r="r" b="b"/>
              <a:pathLst>
                <a:path w="6777" h="2373" extrusionOk="0">
                  <a:moveTo>
                    <a:pt x="721" y="1"/>
                  </a:moveTo>
                  <a:cubicBezTo>
                    <a:pt x="456" y="1"/>
                    <a:pt x="264" y="66"/>
                    <a:pt x="207" y="230"/>
                  </a:cubicBezTo>
                  <a:cubicBezTo>
                    <a:pt x="1" y="808"/>
                    <a:pt x="1555" y="1626"/>
                    <a:pt x="3569" y="2075"/>
                  </a:cubicBezTo>
                  <a:cubicBezTo>
                    <a:pt x="4660" y="2316"/>
                    <a:pt x="5634" y="2373"/>
                    <a:pt x="6299" y="2373"/>
                  </a:cubicBezTo>
                  <a:cubicBezTo>
                    <a:pt x="6483" y="2373"/>
                    <a:pt x="6644" y="2368"/>
                    <a:pt x="6776" y="2362"/>
                  </a:cubicBezTo>
                  <a:cubicBezTo>
                    <a:pt x="6699" y="2272"/>
                    <a:pt x="6624" y="2180"/>
                    <a:pt x="6547" y="2089"/>
                  </a:cubicBezTo>
                  <a:cubicBezTo>
                    <a:pt x="5547" y="1714"/>
                    <a:pt x="3691" y="1011"/>
                    <a:pt x="3103" y="714"/>
                  </a:cubicBezTo>
                  <a:cubicBezTo>
                    <a:pt x="2513" y="416"/>
                    <a:pt x="1387" y="1"/>
                    <a:pt x="72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7" name="Google Shape;2727;p56"/>
            <p:cNvSpPr/>
            <p:nvPr/>
          </p:nvSpPr>
          <p:spPr>
            <a:xfrm>
              <a:off x="734094" y="4511736"/>
              <a:ext cx="128495" cy="193885"/>
            </a:xfrm>
            <a:custGeom>
              <a:avLst/>
              <a:gdLst/>
              <a:ahLst/>
              <a:cxnLst/>
              <a:rect l="l" t="t" r="r" b="b"/>
              <a:pathLst>
                <a:path w="2924" h="4412" extrusionOk="0">
                  <a:moveTo>
                    <a:pt x="2220" y="1"/>
                  </a:moveTo>
                  <a:cubicBezTo>
                    <a:pt x="1691" y="1"/>
                    <a:pt x="820" y="789"/>
                    <a:pt x="447" y="1661"/>
                  </a:cubicBezTo>
                  <a:cubicBezTo>
                    <a:pt x="85" y="2503"/>
                    <a:pt x="1" y="3510"/>
                    <a:pt x="21" y="4196"/>
                  </a:cubicBezTo>
                  <a:cubicBezTo>
                    <a:pt x="88" y="4270"/>
                    <a:pt x="157" y="4341"/>
                    <a:pt x="224" y="4412"/>
                  </a:cubicBezTo>
                  <a:cubicBezTo>
                    <a:pt x="491" y="3912"/>
                    <a:pt x="1041" y="2902"/>
                    <a:pt x="1457" y="2293"/>
                  </a:cubicBezTo>
                  <a:cubicBezTo>
                    <a:pt x="2160" y="1266"/>
                    <a:pt x="2924" y="712"/>
                    <a:pt x="2542" y="161"/>
                  </a:cubicBezTo>
                  <a:cubicBezTo>
                    <a:pt x="2465" y="50"/>
                    <a:pt x="2353" y="1"/>
                    <a:pt x="2220"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8" name="Google Shape;2728;p56"/>
            <p:cNvSpPr/>
            <p:nvPr/>
          </p:nvSpPr>
          <p:spPr>
            <a:xfrm>
              <a:off x="436055" y="4691561"/>
              <a:ext cx="329895" cy="87143"/>
            </a:xfrm>
            <a:custGeom>
              <a:avLst/>
              <a:gdLst/>
              <a:ahLst/>
              <a:cxnLst/>
              <a:rect l="l" t="t" r="r" b="b"/>
              <a:pathLst>
                <a:path w="7507" h="1983" extrusionOk="0">
                  <a:moveTo>
                    <a:pt x="1488" y="1"/>
                  </a:moveTo>
                  <a:cubicBezTo>
                    <a:pt x="721" y="1"/>
                    <a:pt x="209" y="211"/>
                    <a:pt x="129" y="550"/>
                  </a:cubicBezTo>
                  <a:cubicBezTo>
                    <a:pt x="0" y="1104"/>
                    <a:pt x="1288" y="1550"/>
                    <a:pt x="3715" y="1878"/>
                  </a:cubicBezTo>
                  <a:cubicBezTo>
                    <a:pt x="4269" y="1953"/>
                    <a:pt x="4787" y="1982"/>
                    <a:pt x="5256" y="1982"/>
                  </a:cubicBezTo>
                  <a:cubicBezTo>
                    <a:pt x="6280" y="1982"/>
                    <a:pt x="7072" y="1844"/>
                    <a:pt x="7506" y="1746"/>
                  </a:cubicBezTo>
                  <a:cubicBezTo>
                    <a:pt x="7449" y="1692"/>
                    <a:pt x="7391" y="1634"/>
                    <a:pt x="7333" y="1580"/>
                  </a:cubicBezTo>
                  <a:cubicBezTo>
                    <a:pt x="6303" y="1364"/>
                    <a:pt x="4596" y="681"/>
                    <a:pt x="3214" y="276"/>
                  </a:cubicBezTo>
                  <a:cubicBezTo>
                    <a:pt x="2566" y="86"/>
                    <a:pt x="1975" y="1"/>
                    <a:pt x="1488"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29" name="Google Shape;2729;p56"/>
            <p:cNvSpPr/>
            <p:nvPr/>
          </p:nvSpPr>
          <p:spPr>
            <a:xfrm>
              <a:off x="402349" y="3911000"/>
              <a:ext cx="483395" cy="933655"/>
            </a:xfrm>
            <a:custGeom>
              <a:avLst/>
              <a:gdLst/>
              <a:ahLst/>
              <a:cxnLst/>
              <a:rect l="l" t="t" r="r" b="b"/>
              <a:pathLst>
                <a:path w="11000" h="21246" extrusionOk="0">
                  <a:moveTo>
                    <a:pt x="638" y="0"/>
                  </a:moveTo>
                  <a:cubicBezTo>
                    <a:pt x="624" y="0"/>
                    <a:pt x="609" y="10"/>
                    <a:pt x="598" y="33"/>
                  </a:cubicBezTo>
                  <a:cubicBezTo>
                    <a:pt x="71" y="1216"/>
                    <a:pt x="1" y="2655"/>
                    <a:pt x="95" y="4027"/>
                  </a:cubicBezTo>
                  <a:cubicBezTo>
                    <a:pt x="112" y="4257"/>
                    <a:pt x="132" y="4487"/>
                    <a:pt x="156" y="4713"/>
                  </a:cubicBezTo>
                  <a:cubicBezTo>
                    <a:pt x="193" y="5058"/>
                    <a:pt x="237" y="5396"/>
                    <a:pt x="285" y="5717"/>
                  </a:cubicBezTo>
                  <a:cubicBezTo>
                    <a:pt x="392" y="6443"/>
                    <a:pt x="558" y="7164"/>
                    <a:pt x="757" y="7873"/>
                  </a:cubicBezTo>
                  <a:cubicBezTo>
                    <a:pt x="852" y="8204"/>
                    <a:pt x="950" y="8532"/>
                    <a:pt x="1062" y="8859"/>
                  </a:cubicBezTo>
                  <a:cubicBezTo>
                    <a:pt x="1423" y="9918"/>
                    <a:pt x="1873" y="10948"/>
                    <a:pt x="2386" y="11928"/>
                  </a:cubicBezTo>
                  <a:cubicBezTo>
                    <a:pt x="2609" y="12347"/>
                    <a:pt x="2846" y="12760"/>
                    <a:pt x="3092" y="13165"/>
                  </a:cubicBezTo>
                  <a:cubicBezTo>
                    <a:pt x="3184" y="13317"/>
                    <a:pt x="3281" y="13466"/>
                    <a:pt x="3376" y="13618"/>
                  </a:cubicBezTo>
                  <a:cubicBezTo>
                    <a:pt x="3988" y="14577"/>
                    <a:pt x="4664" y="15494"/>
                    <a:pt x="5384" y="16372"/>
                  </a:cubicBezTo>
                  <a:cubicBezTo>
                    <a:pt x="5461" y="16463"/>
                    <a:pt x="5536" y="16555"/>
                    <a:pt x="5613" y="16645"/>
                  </a:cubicBezTo>
                  <a:cubicBezTo>
                    <a:pt x="5745" y="16804"/>
                    <a:pt x="5873" y="16967"/>
                    <a:pt x="6009" y="17119"/>
                  </a:cubicBezTo>
                  <a:cubicBezTo>
                    <a:pt x="6675" y="17882"/>
                    <a:pt x="7367" y="18640"/>
                    <a:pt x="8100" y="19342"/>
                  </a:cubicBezTo>
                  <a:cubicBezTo>
                    <a:pt x="8158" y="19396"/>
                    <a:pt x="8216" y="19454"/>
                    <a:pt x="8273" y="19508"/>
                  </a:cubicBezTo>
                  <a:cubicBezTo>
                    <a:pt x="8337" y="19565"/>
                    <a:pt x="8401" y="19630"/>
                    <a:pt x="8465" y="19691"/>
                  </a:cubicBezTo>
                  <a:cubicBezTo>
                    <a:pt x="9094" y="20262"/>
                    <a:pt x="9844" y="21059"/>
                    <a:pt x="10702" y="21241"/>
                  </a:cubicBezTo>
                  <a:cubicBezTo>
                    <a:pt x="10714" y="21244"/>
                    <a:pt x="10727" y="21245"/>
                    <a:pt x="10741" y="21245"/>
                  </a:cubicBezTo>
                  <a:cubicBezTo>
                    <a:pt x="10857" y="21245"/>
                    <a:pt x="10999" y="21156"/>
                    <a:pt x="10902" y="21029"/>
                  </a:cubicBezTo>
                  <a:cubicBezTo>
                    <a:pt x="10435" y="20421"/>
                    <a:pt x="9746" y="19967"/>
                    <a:pt x="9178" y="19457"/>
                  </a:cubicBezTo>
                  <a:cubicBezTo>
                    <a:pt x="8688" y="19022"/>
                    <a:pt x="8225" y="18555"/>
                    <a:pt x="7773" y="18082"/>
                  </a:cubicBezTo>
                  <a:cubicBezTo>
                    <a:pt x="7706" y="18011"/>
                    <a:pt x="7637" y="17940"/>
                    <a:pt x="7570" y="17866"/>
                  </a:cubicBezTo>
                  <a:cubicBezTo>
                    <a:pt x="7300" y="17578"/>
                    <a:pt x="7032" y="17288"/>
                    <a:pt x="6769" y="16997"/>
                  </a:cubicBezTo>
                  <a:cubicBezTo>
                    <a:pt x="6100" y="16254"/>
                    <a:pt x="5471" y="15477"/>
                    <a:pt x="4877" y="14672"/>
                  </a:cubicBezTo>
                  <a:cubicBezTo>
                    <a:pt x="4816" y="14588"/>
                    <a:pt x="4755" y="14507"/>
                    <a:pt x="4694" y="14422"/>
                  </a:cubicBezTo>
                  <a:cubicBezTo>
                    <a:pt x="4086" y="13577"/>
                    <a:pt x="3525" y="12696"/>
                    <a:pt x="3028" y="11779"/>
                  </a:cubicBezTo>
                  <a:cubicBezTo>
                    <a:pt x="2886" y="11516"/>
                    <a:pt x="2751" y="11249"/>
                    <a:pt x="2620" y="10982"/>
                  </a:cubicBezTo>
                  <a:cubicBezTo>
                    <a:pt x="2538" y="10820"/>
                    <a:pt x="2457" y="10654"/>
                    <a:pt x="2383" y="10492"/>
                  </a:cubicBezTo>
                  <a:cubicBezTo>
                    <a:pt x="1788" y="9208"/>
                    <a:pt x="1322" y="7883"/>
                    <a:pt x="1004" y="6528"/>
                  </a:cubicBezTo>
                  <a:cubicBezTo>
                    <a:pt x="960" y="6332"/>
                    <a:pt x="916" y="6136"/>
                    <a:pt x="876" y="5940"/>
                  </a:cubicBezTo>
                  <a:cubicBezTo>
                    <a:pt x="497" y="4038"/>
                    <a:pt x="416" y="2081"/>
                    <a:pt x="706" y="100"/>
                  </a:cubicBezTo>
                  <a:cubicBezTo>
                    <a:pt x="714" y="57"/>
                    <a:pt x="675" y="0"/>
                    <a:pt x="63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30" name="Google Shape;2730;p56"/>
          <p:cNvSpPr/>
          <p:nvPr/>
        </p:nvSpPr>
        <p:spPr>
          <a:xfrm>
            <a:off x="6887410" y="702048"/>
            <a:ext cx="267320" cy="241825"/>
          </a:xfrm>
          <a:custGeom>
            <a:avLst/>
            <a:gdLst/>
            <a:ahLst/>
            <a:cxnLst/>
            <a:rect l="l" t="t" r="r" b="b"/>
            <a:pathLst>
              <a:path w="6134" h="5549" extrusionOk="0">
                <a:moveTo>
                  <a:pt x="4706" y="0"/>
                </a:moveTo>
                <a:cubicBezTo>
                  <a:pt x="4450" y="0"/>
                  <a:pt x="4175" y="126"/>
                  <a:pt x="3954" y="286"/>
                </a:cubicBezTo>
                <a:cubicBezTo>
                  <a:pt x="3480" y="625"/>
                  <a:pt x="3307" y="1238"/>
                  <a:pt x="3222" y="1799"/>
                </a:cubicBezTo>
                <a:lnTo>
                  <a:pt x="3222" y="1799"/>
                </a:lnTo>
                <a:cubicBezTo>
                  <a:pt x="3245" y="1594"/>
                  <a:pt x="2891" y="952"/>
                  <a:pt x="2798" y="765"/>
                </a:cubicBezTo>
                <a:cubicBezTo>
                  <a:pt x="2660" y="485"/>
                  <a:pt x="2454" y="296"/>
                  <a:pt x="2159" y="150"/>
                </a:cubicBezTo>
                <a:cubicBezTo>
                  <a:pt x="1994" y="67"/>
                  <a:pt x="1803" y="12"/>
                  <a:pt x="1619" y="12"/>
                </a:cubicBezTo>
                <a:cubicBezTo>
                  <a:pt x="1468" y="12"/>
                  <a:pt x="1323" y="49"/>
                  <a:pt x="1200" y="137"/>
                </a:cubicBezTo>
                <a:cubicBezTo>
                  <a:pt x="970" y="303"/>
                  <a:pt x="885" y="610"/>
                  <a:pt x="899" y="894"/>
                </a:cubicBezTo>
                <a:cubicBezTo>
                  <a:pt x="929" y="1495"/>
                  <a:pt x="1386" y="2050"/>
                  <a:pt x="1970" y="2195"/>
                </a:cubicBezTo>
                <a:cubicBezTo>
                  <a:pt x="1362" y="2215"/>
                  <a:pt x="787" y="2330"/>
                  <a:pt x="321" y="2722"/>
                </a:cubicBezTo>
                <a:cubicBezTo>
                  <a:pt x="227" y="2803"/>
                  <a:pt x="88" y="2986"/>
                  <a:pt x="61" y="3117"/>
                </a:cubicBezTo>
                <a:cubicBezTo>
                  <a:pt x="0" y="3385"/>
                  <a:pt x="61" y="3678"/>
                  <a:pt x="274" y="3854"/>
                </a:cubicBezTo>
                <a:cubicBezTo>
                  <a:pt x="487" y="4026"/>
                  <a:pt x="774" y="4084"/>
                  <a:pt x="1047" y="4090"/>
                </a:cubicBezTo>
                <a:cubicBezTo>
                  <a:pt x="1069" y="4091"/>
                  <a:pt x="1090" y="4091"/>
                  <a:pt x="1111" y="4091"/>
                </a:cubicBezTo>
                <a:cubicBezTo>
                  <a:pt x="1347" y="4091"/>
                  <a:pt x="1582" y="4054"/>
                  <a:pt x="1808" y="3986"/>
                </a:cubicBezTo>
                <a:cubicBezTo>
                  <a:pt x="2044" y="3915"/>
                  <a:pt x="2247" y="3763"/>
                  <a:pt x="2470" y="3689"/>
                </a:cubicBezTo>
                <a:lnTo>
                  <a:pt x="2470" y="3689"/>
                </a:lnTo>
                <a:cubicBezTo>
                  <a:pt x="2359" y="3982"/>
                  <a:pt x="2267" y="4263"/>
                  <a:pt x="2257" y="4581"/>
                </a:cubicBezTo>
                <a:cubicBezTo>
                  <a:pt x="2251" y="4851"/>
                  <a:pt x="2339" y="5138"/>
                  <a:pt x="2545" y="5324"/>
                </a:cubicBezTo>
                <a:cubicBezTo>
                  <a:pt x="2713" y="5474"/>
                  <a:pt x="2935" y="5548"/>
                  <a:pt x="3156" y="5548"/>
                </a:cubicBezTo>
                <a:cubicBezTo>
                  <a:pt x="3259" y="5548"/>
                  <a:pt x="3362" y="5532"/>
                  <a:pt x="3460" y="5500"/>
                </a:cubicBezTo>
                <a:cubicBezTo>
                  <a:pt x="3562" y="5466"/>
                  <a:pt x="3663" y="5416"/>
                  <a:pt x="3747" y="5351"/>
                </a:cubicBezTo>
                <a:cubicBezTo>
                  <a:pt x="3950" y="5193"/>
                  <a:pt x="4068" y="4939"/>
                  <a:pt x="4099" y="4686"/>
                </a:cubicBezTo>
                <a:cubicBezTo>
                  <a:pt x="4126" y="4469"/>
                  <a:pt x="4092" y="4253"/>
                  <a:pt x="4031" y="4047"/>
                </a:cubicBezTo>
                <a:cubicBezTo>
                  <a:pt x="3974" y="3861"/>
                  <a:pt x="3923" y="3685"/>
                  <a:pt x="3822" y="3510"/>
                </a:cubicBezTo>
                <a:lnTo>
                  <a:pt x="3822" y="3510"/>
                </a:lnTo>
                <a:cubicBezTo>
                  <a:pt x="4221" y="3763"/>
                  <a:pt x="4508" y="4104"/>
                  <a:pt x="5008" y="4141"/>
                </a:cubicBezTo>
                <a:cubicBezTo>
                  <a:pt x="5038" y="4144"/>
                  <a:pt x="5068" y="4145"/>
                  <a:pt x="5098" y="4145"/>
                </a:cubicBezTo>
                <a:cubicBezTo>
                  <a:pt x="5465" y="4145"/>
                  <a:pt x="5814" y="3974"/>
                  <a:pt x="5961" y="3617"/>
                </a:cubicBezTo>
                <a:cubicBezTo>
                  <a:pt x="6133" y="3202"/>
                  <a:pt x="5931" y="2671"/>
                  <a:pt x="5525" y="2479"/>
                </a:cubicBezTo>
                <a:cubicBezTo>
                  <a:pt x="5383" y="2415"/>
                  <a:pt x="5227" y="2384"/>
                  <a:pt x="5073" y="2357"/>
                </a:cubicBezTo>
                <a:cubicBezTo>
                  <a:pt x="4903" y="2326"/>
                  <a:pt x="4731" y="2296"/>
                  <a:pt x="4562" y="2266"/>
                </a:cubicBezTo>
                <a:cubicBezTo>
                  <a:pt x="5029" y="1995"/>
                  <a:pt x="5349" y="1492"/>
                  <a:pt x="5400" y="955"/>
                </a:cubicBezTo>
                <a:cubicBezTo>
                  <a:pt x="5417" y="755"/>
                  <a:pt x="5397" y="546"/>
                  <a:pt x="5299" y="370"/>
                </a:cubicBezTo>
                <a:cubicBezTo>
                  <a:pt x="5152" y="101"/>
                  <a:pt x="4936" y="0"/>
                  <a:pt x="470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1" name="Google Shape;2731;p56"/>
          <p:cNvSpPr/>
          <p:nvPr/>
        </p:nvSpPr>
        <p:spPr>
          <a:xfrm>
            <a:off x="4255863" y="541971"/>
            <a:ext cx="250092" cy="247231"/>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2">
  <p:cSld name="ONE_COLUMN_TEXT_1_2_1">
    <p:spTree>
      <p:nvGrpSpPr>
        <p:cNvPr id="1" name="Shape 2732"/>
        <p:cNvGrpSpPr/>
        <p:nvPr/>
      </p:nvGrpSpPr>
      <p:grpSpPr>
        <a:xfrm>
          <a:off x="0" y="0"/>
          <a:ext cx="0" cy="0"/>
          <a:chOff x="0" y="0"/>
          <a:chExt cx="0" cy="0"/>
        </a:xfrm>
      </p:grpSpPr>
      <p:sp>
        <p:nvSpPr>
          <p:cNvPr id="2733" name="Google Shape;2733;p57"/>
          <p:cNvSpPr/>
          <p:nvPr/>
        </p:nvSpPr>
        <p:spPr>
          <a:xfrm flipH="1">
            <a:off x="8382696" y="357350"/>
            <a:ext cx="761305" cy="1171125"/>
          </a:xfrm>
          <a:custGeom>
            <a:avLst/>
            <a:gdLst/>
            <a:ahLst/>
            <a:cxnLst/>
            <a:rect l="l" t="t" r="r" b="b"/>
            <a:pathLst>
              <a:path w="8313" h="12788" extrusionOk="0">
                <a:moveTo>
                  <a:pt x="278" y="0"/>
                </a:moveTo>
                <a:cubicBezTo>
                  <a:pt x="186" y="0"/>
                  <a:pt x="93" y="3"/>
                  <a:pt x="0" y="10"/>
                </a:cubicBezTo>
                <a:lnTo>
                  <a:pt x="0" y="12773"/>
                </a:lnTo>
                <a:cubicBezTo>
                  <a:pt x="108" y="12782"/>
                  <a:pt x="218" y="12787"/>
                  <a:pt x="329" y="12787"/>
                </a:cubicBezTo>
                <a:cubicBezTo>
                  <a:pt x="630" y="12787"/>
                  <a:pt x="944" y="12751"/>
                  <a:pt x="1274" y="12662"/>
                </a:cubicBezTo>
                <a:cubicBezTo>
                  <a:pt x="4124" y="11881"/>
                  <a:pt x="3640" y="8941"/>
                  <a:pt x="3640" y="8941"/>
                </a:cubicBezTo>
                <a:lnTo>
                  <a:pt x="3640" y="8941"/>
                </a:lnTo>
                <a:cubicBezTo>
                  <a:pt x="3640" y="8941"/>
                  <a:pt x="3724" y="8946"/>
                  <a:pt x="3869" y="8946"/>
                </a:cubicBezTo>
                <a:cubicBezTo>
                  <a:pt x="4761" y="8946"/>
                  <a:pt x="7963" y="8756"/>
                  <a:pt x="8158" y="6035"/>
                </a:cubicBezTo>
                <a:cubicBezTo>
                  <a:pt x="8313" y="3883"/>
                  <a:pt x="6209" y="3539"/>
                  <a:pt x="4852" y="3539"/>
                </a:cubicBezTo>
                <a:cubicBezTo>
                  <a:pt x="4217" y="3539"/>
                  <a:pt x="3745" y="3615"/>
                  <a:pt x="3745" y="3615"/>
                </a:cubicBezTo>
                <a:cubicBezTo>
                  <a:pt x="3745" y="3615"/>
                  <a:pt x="3927" y="1006"/>
                  <a:pt x="1410" y="175"/>
                </a:cubicBezTo>
                <a:cubicBezTo>
                  <a:pt x="1064" y="60"/>
                  <a:pt x="678"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4" name="Google Shape;2734;p57"/>
          <p:cNvSpPr/>
          <p:nvPr/>
        </p:nvSpPr>
        <p:spPr>
          <a:xfrm rot="10800000" flipH="1">
            <a:off x="-4385" y="4061805"/>
            <a:ext cx="640745" cy="985667"/>
          </a:xfrm>
          <a:custGeom>
            <a:avLst/>
            <a:gdLst/>
            <a:ahLst/>
            <a:cxnLst/>
            <a:rect l="l" t="t" r="r" b="b"/>
            <a:pathLst>
              <a:path w="8313" h="12788" extrusionOk="0">
                <a:moveTo>
                  <a:pt x="278" y="0"/>
                </a:moveTo>
                <a:cubicBezTo>
                  <a:pt x="186" y="0"/>
                  <a:pt x="93" y="3"/>
                  <a:pt x="0" y="10"/>
                </a:cubicBezTo>
                <a:lnTo>
                  <a:pt x="0" y="12773"/>
                </a:lnTo>
                <a:cubicBezTo>
                  <a:pt x="108" y="12782"/>
                  <a:pt x="218" y="12787"/>
                  <a:pt x="329" y="12787"/>
                </a:cubicBezTo>
                <a:cubicBezTo>
                  <a:pt x="630" y="12787"/>
                  <a:pt x="944" y="12751"/>
                  <a:pt x="1274" y="12662"/>
                </a:cubicBezTo>
                <a:cubicBezTo>
                  <a:pt x="4124" y="11881"/>
                  <a:pt x="3640" y="8941"/>
                  <a:pt x="3640" y="8941"/>
                </a:cubicBezTo>
                <a:lnTo>
                  <a:pt x="3640" y="8941"/>
                </a:lnTo>
                <a:cubicBezTo>
                  <a:pt x="3640" y="8941"/>
                  <a:pt x="3724" y="8946"/>
                  <a:pt x="3869" y="8946"/>
                </a:cubicBezTo>
                <a:cubicBezTo>
                  <a:pt x="4761" y="8946"/>
                  <a:pt x="7963" y="8756"/>
                  <a:pt x="8158" y="6035"/>
                </a:cubicBezTo>
                <a:cubicBezTo>
                  <a:pt x="8313" y="3883"/>
                  <a:pt x="6209" y="3539"/>
                  <a:pt x="4852" y="3539"/>
                </a:cubicBezTo>
                <a:cubicBezTo>
                  <a:pt x="4217" y="3539"/>
                  <a:pt x="3745" y="3615"/>
                  <a:pt x="3745" y="3615"/>
                </a:cubicBezTo>
                <a:cubicBezTo>
                  <a:pt x="3745" y="3615"/>
                  <a:pt x="3927" y="1006"/>
                  <a:pt x="1410" y="175"/>
                </a:cubicBezTo>
                <a:cubicBezTo>
                  <a:pt x="1064" y="60"/>
                  <a:pt x="678" y="0"/>
                  <a:pt x="27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5" name="Google Shape;2735;p57"/>
          <p:cNvSpPr/>
          <p:nvPr/>
        </p:nvSpPr>
        <p:spPr>
          <a:xfrm flipH="1">
            <a:off x="8687009" y="185323"/>
            <a:ext cx="297142" cy="293755"/>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6" name="Google Shape;2736;p57"/>
          <p:cNvSpPr/>
          <p:nvPr/>
        </p:nvSpPr>
        <p:spPr>
          <a:xfrm flipH="1">
            <a:off x="8143478" y="1017363"/>
            <a:ext cx="191046" cy="188864"/>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7" name="Google Shape;2737;p57"/>
          <p:cNvSpPr/>
          <p:nvPr/>
        </p:nvSpPr>
        <p:spPr>
          <a:xfrm flipH="1">
            <a:off x="8658430" y="1399716"/>
            <a:ext cx="191046" cy="188864"/>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8" name="Google Shape;2738;p57"/>
          <p:cNvSpPr/>
          <p:nvPr/>
        </p:nvSpPr>
        <p:spPr>
          <a:xfrm flipH="1">
            <a:off x="383795" y="3814558"/>
            <a:ext cx="250092" cy="247231"/>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39" name="Google Shape;2739;p57"/>
          <p:cNvSpPr/>
          <p:nvPr/>
        </p:nvSpPr>
        <p:spPr>
          <a:xfrm flipH="1">
            <a:off x="8704363" y="4728450"/>
            <a:ext cx="149925" cy="139300"/>
          </a:xfrm>
          <a:custGeom>
            <a:avLst/>
            <a:gdLst/>
            <a:ahLst/>
            <a:cxnLst/>
            <a:rect l="l" t="t" r="r" b="b"/>
            <a:pathLst>
              <a:path w="5997" h="5572" extrusionOk="0">
                <a:moveTo>
                  <a:pt x="2361" y="0"/>
                </a:moveTo>
                <a:cubicBezTo>
                  <a:pt x="2319" y="0"/>
                  <a:pt x="2277" y="6"/>
                  <a:pt x="2234" y="18"/>
                </a:cubicBezTo>
                <a:cubicBezTo>
                  <a:pt x="1874" y="119"/>
                  <a:pt x="2093" y="1897"/>
                  <a:pt x="2093" y="1897"/>
                </a:cubicBezTo>
                <a:cubicBezTo>
                  <a:pt x="2093" y="1897"/>
                  <a:pt x="1" y="2502"/>
                  <a:pt x="35" y="2820"/>
                </a:cubicBezTo>
                <a:cubicBezTo>
                  <a:pt x="72" y="3140"/>
                  <a:pt x="2059" y="3566"/>
                  <a:pt x="2059" y="3566"/>
                </a:cubicBezTo>
                <a:cubicBezTo>
                  <a:pt x="2059" y="3566"/>
                  <a:pt x="1704" y="5341"/>
                  <a:pt x="2093" y="5553"/>
                </a:cubicBezTo>
                <a:cubicBezTo>
                  <a:pt x="2115" y="5565"/>
                  <a:pt x="2140" y="5571"/>
                  <a:pt x="2167" y="5571"/>
                </a:cubicBezTo>
                <a:cubicBezTo>
                  <a:pt x="2608" y="5571"/>
                  <a:pt x="3583" y="4026"/>
                  <a:pt x="3583" y="4026"/>
                </a:cubicBezTo>
                <a:cubicBezTo>
                  <a:pt x="3583" y="4026"/>
                  <a:pt x="4679" y="4585"/>
                  <a:pt x="5273" y="4585"/>
                </a:cubicBezTo>
                <a:cubicBezTo>
                  <a:pt x="5428" y="4585"/>
                  <a:pt x="5549" y="4547"/>
                  <a:pt x="5608" y="4452"/>
                </a:cubicBezTo>
                <a:cubicBezTo>
                  <a:pt x="5891" y="3992"/>
                  <a:pt x="4647" y="2792"/>
                  <a:pt x="4647" y="2792"/>
                </a:cubicBezTo>
                <a:cubicBezTo>
                  <a:pt x="4647" y="2792"/>
                  <a:pt x="5996" y="1543"/>
                  <a:pt x="5820" y="1225"/>
                </a:cubicBezTo>
                <a:cubicBezTo>
                  <a:pt x="5786" y="1163"/>
                  <a:pt x="5689" y="1138"/>
                  <a:pt x="5554" y="1138"/>
                </a:cubicBezTo>
                <a:cubicBezTo>
                  <a:pt x="4989" y="1138"/>
                  <a:pt x="3762" y="1579"/>
                  <a:pt x="3762" y="1579"/>
                </a:cubicBezTo>
                <a:cubicBezTo>
                  <a:pt x="3762" y="1579"/>
                  <a:pt x="3067" y="0"/>
                  <a:pt x="2361"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40" name="Google Shape;2740;p57"/>
          <p:cNvGrpSpPr/>
          <p:nvPr/>
        </p:nvGrpSpPr>
        <p:grpSpPr>
          <a:xfrm rot="-932503">
            <a:off x="7539588" y="370388"/>
            <a:ext cx="1146642" cy="694934"/>
            <a:chOff x="478326" y="2825649"/>
            <a:chExt cx="1012293" cy="613511"/>
          </a:xfrm>
        </p:grpSpPr>
        <p:sp>
          <p:nvSpPr>
            <p:cNvPr id="2741" name="Google Shape;2741;p57"/>
            <p:cNvSpPr/>
            <p:nvPr/>
          </p:nvSpPr>
          <p:spPr>
            <a:xfrm>
              <a:off x="564423" y="2973101"/>
              <a:ext cx="778453" cy="442090"/>
            </a:xfrm>
            <a:custGeom>
              <a:avLst/>
              <a:gdLst/>
              <a:ahLst/>
              <a:cxnLst/>
              <a:rect l="l" t="t" r="r" b="b"/>
              <a:pathLst>
                <a:path w="19195" h="10901" extrusionOk="0">
                  <a:moveTo>
                    <a:pt x="10311" y="1"/>
                  </a:moveTo>
                  <a:cubicBezTo>
                    <a:pt x="6378" y="1"/>
                    <a:pt x="2305" y="2415"/>
                    <a:pt x="0" y="5483"/>
                  </a:cubicBezTo>
                  <a:lnTo>
                    <a:pt x="2622" y="7052"/>
                  </a:lnTo>
                  <a:cubicBezTo>
                    <a:pt x="2835" y="6649"/>
                    <a:pt x="2977" y="6220"/>
                    <a:pt x="3257" y="5848"/>
                  </a:cubicBezTo>
                  <a:cubicBezTo>
                    <a:pt x="3558" y="5453"/>
                    <a:pt x="3917" y="5078"/>
                    <a:pt x="4288" y="4750"/>
                  </a:cubicBezTo>
                  <a:cubicBezTo>
                    <a:pt x="4907" y="4206"/>
                    <a:pt x="5637" y="3800"/>
                    <a:pt x="6397" y="3490"/>
                  </a:cubicBezTo>
                  <a:cubicBezTo>
                    <a:pt x="7606" y="3002"/>
                    <a:pt x="8893" y="2692"/>
                    <a:pt x="10192" y="2692"/>
                  </a:cubicBezTo>
                  <a:cubicBezTo>
                    <a:pt x="10560" y="2692"/>
                    <a:pt x="10929" y="2717"/>
                    <a:pt x="11297" y="2769"/>
                  </a:cubicBezTo>
                  <a:cubicBezTo>
                    <a:pt x="14906" y="3290"/>
                    <a:pt x="18147" y="6913"/>
                    <a:pt x="17123" y="10653"/>
                  </a:cubicBezTo>
                  <a:lnTo>
                    <a:pt x="19194" y="10900"/>
                  </a:lnTo>
                  <a:cubicBezTo>
                    <a:pt x="19083" y="9636"/>
                    <a:pt x="19144" y="8349"/>
                    <a:pt x="18968" y="7078"/>
                  </a:cubicBezTo>
                  <a:cubicBezTo>
                    <a:pt x="18792" y="5808"/>
                    <a:pt x="18224" y="4675"/>
                    <a:pt x="17481" y="3641"/>
                  </a:cubicBezTo>
                  <a:cubicBezTo>
                    <a:pt x="16129" y="1766"/>
                    <a:pt x="14115" y="516"/>
                    <a:pt x="11834" y="127"/>
                  </a:cubicBezTo>
                  <a:cubicBezTo>
                    <a:pt x="11331" y="41"/>
                    <a:pt x="10822" y="1"/>
                    <a:pt x="1031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2" name="Google Shape;2742;p57"/>
            <p:cNvSpPr/>
            <p:nvPr/>
          </p:nvSpPr>
          <p:spPr>
            <a:xfrm>
              <a:off x="478326" y="2825649"/>
              <a:ext cx="1012293" cy="589710"/>
            </a:xfrm>
            <a:custGeom>
              <a:avLst/>
              <a:gdLst/>
              <a:ahLst/>
              <a:cxnLst/>
              <a:rect l="l" t="t" r="r" b="b"/>
              <a:pathLst>
                <a:path w="24961" h="14541" extrusionOk="0">
                  <a:moveTo>
                    <a:pt x="13876" y="1"/>
                  </a:moveTo>
                  <a:cubicBezTo>
                    <a:pt x="11718" y="1"/>
                    <a:pt x="9551" y="531"/>
                    <a:pt x="7523" y="1235"/>
                  </a:cubicBezTo>
                  <a:cubicBezTo>
                    <a:pt x="5904" y="1796"/>
                    <a:pt x="4268" y="2533"/>
                    <a:pt x="2964" y="3672"/>
                  </a:cubicBezTo>
                  <a:cubicBezTo>
                    <a:pt x="1880" y="4621"/>
                    <a:pt x="963" y="5696"/>
                    <a:pt x="1" y="6750"/>
                  </a:cubicBezTo>
                  <a:lnTo>
                    <a:pt x="1964" y="8684"/>
                  </a:lnTo>
                  <a:cubicBezTo>
                    <a:pt x="2420" y="7856"/>
                    <a:pt x="3178" y="7183"/>
                    <a:pt x="3877" y="6581"/>
                  </a:cubicBezTo>
                  <a:cubicBezTo>
                    <a:pt x="4836" y="5764"/>
                    <a:pt x="5847" y="5023"/>
                    <a:pt x="6969" y="4443"/>
                  </a:cubicBezTo>
                  <a:cubicBezTo>
                    <a:pt x="8688" y="3546"/>
                    <a:pt x="10578" y="3001"/>
                    <a:pt x="12495" y="3001"/>
                  </a:cubicBezTo>
                  <a:cubicBezTo>
                    <a:pt x="13201" y="3001"/>
                    <a:pt x="13910" y="3075"/>
                    <a:pt x="14616" y="3233"/>
                  </a:cubicBezTo>
                  <a:cubicBezTo>
                    <a:pt x="17096" y="3787"/>
                    <a:pt x="19178" y="5318"/>
                    <a:pt x="20513" y="7467"/>
                  </a:cubicBezTo>
                  <a:cubicBezTo>
                    <a:pt x="21753" y="9471"/>
                    <a:pt x="22189" y="12198"/>
                    <a:pt x="21689" y="14540"/>
                  </a:cubicBezTo>
                  <a:lnTo>
                    <a:pt x="24311" y="14286"/>
                  </a:lnTo>
                  <a:cubicBezTo>
                    <a:pt x="24298" y="14256"/>
                    <a:pt x="24291" y="14225"/>
                    <a:pt x="24298" y="14199"/>
                  </a:cubicBezTo>
                  <a:cubicBezTo>
                    <a:pt x="24960" y="11140"/>
                    <a:pt x="24923" y="8166"/>
                    <a:pt x="23287" y="5396"/>
                  </a:cubicBezTo>
                  <a:cubicBezTo>
                    <a:pt x="21814" y="2895"/>
                    <a:pt x="19506" y="1040"/>
                    <a:pt x="16671" y="330"/>
                  </a:cubicBezTo>
                  <a:cubicBezTo>
                    <a:pt x="15749" y="101"/>
                    <a:pt x="14813" y="1"/>
                    <a:pt x="1387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3" name="Google Shape;2743;p57"/>
            <p:cNvSpPr/>
            <p:nvPr/>
          </p:nvSpPr>
          <p:spPr>
            <a:xfrm>
              <a:off x="679232" y="3102020"/>
              <a:ext cx="581396" cy="301932"/>
            </a:xfrm>
            <a:custGeom>
              <a:avLst/>
              <a:gdLst/>
              <a:ahLst/>
              <a:cxnLst/>
              <a:rect l="l" t="t" r="r" b="b"/>
              <a:pathLst>
                <a:path w="14336" h="7445" extrusionOk="0">
                  <a:moveTo>
                    <a:pt x="7281" y="1"/>
                  </a:moveTo>
                  <a:cubicBezTo>
                    <a:pt x="5940" y="1"/>
                    <a:pt x="4608" y="356"/>
                    <a:pt x="3380" y="902"/>
                  </a:cubicBezTo>
                  <a:cubicBezTo>
                    <a:pt x="2619" y="1237"/>
                    <a:pt x="1950" y="1703"/>
                    <a:pt x="1346" y="2271"/>
                  </a:cubicBezTo>
                  <a:cubicBezTo>
                    <a:pt x="799" y="2784"/>
                    <a:pt x="470" y="3440"/>
                    <a:pt x="1" y="3990"/>
                  </a:cubicBezTo>
                  <a:lnTo>
                    <a:pt x="1940" y="5055"/>
                  </a:lnTo>
                  <a:cubicBezTo>
                    <a:pt x="1940" y="5055"/>
                    <a:pt x="4024" y="2240"/>
                    <a:pt x="6947" y="2240"/>
                  </a:cubicBezTo>
                  <a:cubicBezTo>
                    <a:pt x="7324" y="2240"/>
                    <a:pt x="7716" y="2287"/>
                    <a:pt x="8118" y="2393"/>
                  </a:cubicBezTo>
                  <a:cubicBezTo>
                    <a:pt x="12690" y="3592"/>
                    <a:pt x="11322" y="7248"/>
                    <a:pt x="11322" y="7248"/>
                  </a:cubicBezTo>
                  <a:lnTo>
                    <a:pt x="13964" y="7444"/>
                  </a:lnTo>
                  <a:cubicBezTo>
                    <a:pt x="14335" y="3920"/>
                    <a:pt x="11913" y="625"/>
                    <a:pt x="8385" y="84"/>
                  </a:cubicBezTo>
                  <a:cubicBezTo>
                    <a:pt x="8018" y="28"/>
                    <a:pt x="7649" y="1"/>
                    <a:pt x="728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4" name="Google Shape;2744;p57"/>
            <p:cNvSpPr/>
            <p:nvPr/>
          </p:nvSpPr>
          <p:spPr>
            <a:xfrm>
              <a:off x="663416" y="3082230"/>
              <a:ext cx="636957" cy="337093"/>
            </a:xfrm>
            <a:custGeom>
              <a:avLst/>
              <a:gdLst/>
              <a:ahLst/>
              <a:cxnLst/>
              <a:rect l="l" t="t" r="r" b="b"/>
              <a:pathLst>
                <a:path w="15706" h="8312" extrusionOk="0">
                  <a:moveTo>
                    <a:pt x="7751" y="1"/>
                  </a:moveTo>
                  <a:cubicBezTo>
                    <a:pt x="6452" y="1"/>
                    <a:pt x="5165" y="311"/>
                    <a:pt x="3956" y="799"/>
                  </a:cubicBezTo>
                  <a:cubicBezTo>
                    <a:pt x="3196" y="1109"/>
                    <a:pt x="2466" y="1515"/>
                    <a:pt x="1847" y="2059"/>
                  </a:cubicBezTo>
                  <a:cubicBezTo>
                    <a:pt x="1476" y="2387"/>
                    <a:pt x="1117" y="2762"/>
                    <a:pt x="816" y="3157"/>
                  </a:cubicBezTo>
                  <a:cubicBezTo>
                    <a:pt x="536" y="3529"/>
                    <a:pt x="394" y="3958"/>
                    <a:pt x="181" y="4361"/>
                  </a:cubicBezTo>
                  <a:cubicBezTo>
                    <a:pt x="134" y="4448"/>
                    <a:pt x="86" y="4536"/>
                    <a:pt x="29" y="4620"/>
                  </a:cubicBezTo>
                  <a:cubicBezTo>
                    <a:pt x="1" y="4663"/>
                    <a:pt x="42" y="4780"/>
                    <a:pt x="93" y="4780"/>
                  </a:cubicBezTo>
                  <a:cubicBezTo>
                    <a:pt x="103" y="4780"/>
                    <a:pt x="113" y="4776"/>
                    <a:pt x="124" y="4766"/>
                  </a:cubicBezTo>
                  <a:cubicBezTo>
                    <a:pt x="219" y="4675"/>
                    <a:pt x="306" y="4580"/>
                    <a:pt x="391" y="4478"/>
                  </a:cubicBezTo>
                  <a:cubicBezTo>
                    <a:pt x="860" y="3928"/>
                    <a:pt x="1189" y="3272"/>
                    <a:pt x="1736" y="2759"/>
                  </a:cubicBezTo>
                  <a:cubicBezTo>
                    <a:pt x="2340" y="2191"/>
                    <a:pt x="3009" y="1725"/>
                    <a:pt x="3770" y="1390"/>
                  </a:cubicBezTo>
                  <a:cubicBezTo>
                    <a:pt x="4998" y="844"/>
                    <a:pt x="6330" y="489"/>
                    <a:pt x="7671" y="489"/>
                  </a:cubicBezTo>
                  <a:cubicBezTo>
                    <a:pt x="8039" y="489"/>
                    <a:pt x="8408" y="516"/>
                    <a:pt x="8775" y="572"/>
                  </a:cubicBezTo>
                  <a:cubicBezTo>
                    <a:pt x="12303" y="1113"/>
                    <a:pt x="14725" y="4408"/>
                    <a:pt x="14354" y="7932"/>
                  </a:cubicBezTo>
                  <a:cubicBezTo>
                    <a:pt x="14348" y="7993"/>
                    <a:pt x="14343" y="8057"/>
                    <a:pt x="14337" y="8118"/>
                  </a:cubicBezTo>
                  <a:cubicBezTo>
                    <a:pt x="14325" y="8201"/>
                    <a:pt x="14437" y="8312"/>
                    <a:pt x="14520" y="8312"/>
                  </a:cubicBezTo>
                  <a:cubicBezTo>
                    <a:pt x="14552" y="8312"/>
                    <a:pt x="14580" y="8295"/>
                    <a:pt x="14594" y="8254"/>
                  </a:cubicBezTo>
                  <a:cubicBezTo>
                    <a:pt x="14627" y="8159"/>
                    <a:pt x="14655" y="8061"/>
                    <a:pt x="14682" y="7962"/>
                  </a:cubicBezTo>
                  <a:cubicBezTo>
                    <a:pt x="15706" y="4222"/>
                    <a:pt x="12465" y="599"/>
                    <a:pt x="8856" y="78"/>
                  </a:cubicBezTo>
                  <a:cubicBezTo>
                    <a:pt x="8488" y="26"/>
                    <a:pt x="8119" y="1"/>
                    <a:pt x="775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5" name="Google Shape;2745;p57"/>
            <p:cNvSpPr/>
            <p:nvPr/>
          </p:nvSpPr>
          <p:spPr>
            <a:xfrm>
              <a:off x="547390" y="2947350"/>
              <a:ext cx="830810" cy="491810"/>
            </a:xfrm>
            <a:custGeom>
              <a:avLst/>
              <a:gdLst/>
              <a:ahLst/>
              <a:cxnLst/>
              <a:rect l="l" t="t" r="r" b="b"/>
              <a:pathLst>
                <a:path w="20486" h="12127" extrusionOk="0">
                  <a:moveTo>
                    <a:pt x="10792" y="0"/>
                  </a:moveTo>
                  <a:cubicBezTo>
                    <a:pt x="8875" y="0"/>
                    <a:pt x="6985" y="545"/>
                    <a:pt x="5266" y="1442"/>
                  </a:cubicBezTo>
                  <a:cubicBezTo>
                    <a:pt x="4144" y="2022"/>
                    <a:pt x="3133" y="2763"/>
                    <a:pt x="2174" y="3580"/>
                  </a:cubicBezTo>
                  <a:cubicBezTo>
                    <a:pt x="1475" y="4182"/>
                    <a:pt x="717" y="4855"/>
                    <a:pt x="261" y="5683"/>
                  </a:cubicBezTo>
                  <a:cubicBezTo>
                    <a:pt x="173" y="5845"/>
                    <a:pt x="92" y="6010"/>
                    <a:pt x="31" y="6186"/>
                  </a:cubicBezTo>
                  <a:cubicBezTo>
                    <a:pt x="1" y="6269"/>
                    <a:pt x="97" y="6371"/>
                    <a:pt x="182" y="6371"/>
                  </a:cubicBezTo>
                  <a:cubicBezTo>
                    <a:pt x="210" y="6371"/>
                    <a:pt x="237" y="6360"/>
                    <a:pt x="258" y="6331"/>
                  </a:cubicBezTo>
                  <a:cubicBezTo>
                    <a:pt x="308" y="6260"/>
                    <a:pt x="366" y="6193"/>
                    <a:pt x="420" y="6118"/>
                  </a:cubicBezTo>
                  <a:cubicBezTo>
                    <a:pt x="2725" y="3050"/>
                    <a:pt x="6798" y="636"/>
                    <a:pt x="10731" y="636"/>
                  </a:cubicBezTo>
                  <a:cubicBezTo>
                    <a:pt x="11242" y="636"/>
                    <a:pt x="11751" y="676"/>
                    <a:pt x="12254" y="762"/>
                  </a:cubicBezTo>
                  <a:cubicBezTo>
                    <a:pt x="14535" y="1151"/>
                    <a:pt x="16549" y="2401"/>
                    <a:pt x="17901" y="4276"/>
                  </a:cubicBezTo>
                  <a:cubicBezTo>
                    <a:pt x="18644" y="5310"/>
                    <a:pt x="19212" y="6443"/>
                    <a:pt x="19388" y="7713"/>
                  </a:cubicBezTo>
                  <a:cubicBezTo>
                    <a:pt x="19564" y="8984"/>
                    <a:pt x="19503" y="10271"/>
                    <a:pt x="19614" y="11535"/>
                  </a:cubicBezTo>
                  <a:cubicBezTo>
                    <a:pt x="19628" y="11691"/>
                    <a:pt x="19645" y="11843"/>
                    <a:pt x="19665" y="11998"/>
                  </a:cubicBezTo>
                  <a:cubicBezTo>
                    <a:pt x="19672" y="12053"/>
                    <a:pt x="19748" y="12126"/>
                    <a:pt x="19806" y="12126"/>
                  </a:cubicBezTo>
                  <a:cubicBezTo>
                    <a:pt x="19834" y="12126"/>
                    <a:pt x="19857" y="12110"/>
                    <a:pt x="19868" y="12070"/>
                  </a:cubicBezTo>
                  <a:cubicBezTo>
                    <a:pt x="19918" y="11897"/>
                    <a:pt x="19949" y="11718"/>
                    <a:pt x="19986" y="11539"/>
                  </a:cubicBezTo>
                  <a:cubicBezTo>
                    <a:pt x="20486" y="9197"/>
                    <a:pt x="20050" y="6470"/>
                    <a:pt x="18810" y="4466"/>
                  </a:cubicBezTo>
                  <a:cubicBezTo>
                    <a:pt x="17475" y="2317"/>
                    <a:pt x="15393" y="786"/>
                    <a:pt x="12913" y="232"/>
                  </a:cubicBezTo>
                  <a:cubicBezTo>
                    <a:pt x="12207" y="74"/>
                    <a:pt x="11498" y="0"/>
                    <a:pt x="10792"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746" name="Google Shape;2746;p57"/>
          <p:cNvSpPr/>
          <p:nvPr/>
        </p:nvSpPr>
        <p:spPr>
          <a:xfrm flipH="1">
            <a:off x="628438" y="4824038"/>
            <a:ext cx="160800" cy="158950"/>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7" name="Google Shape;2747;p57"/>
          <p:cNvSpPr/>
          <p:nvPr/>
        </p:nvSpPr>
        <p:spPr>
          <a:xfrm flipH="1">
            <a:off x="1657613" y="4599413"/>
            <a:ext cx="160800" cy="158950"/>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8" name="Google Shape;2748;p57"/>
          <p:cNvSpPr/>
          <p:nvPr/>
        </p:nvSpPr>
        <p:spPr>
          <a:xfrm flipH="1">
            <a:off x="783813" y="229463"/>
            <a:ext cx="160800" cy="158950"/>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49" name="Google Shape;2749;p57"/>
          <p:cNvSpPr/>
          <p:nvPr/>
        </p:nvSpPr>
        <p:spPr>
          <a:xfrm rot="-2209237" flipH="1">
            <a:off x="205787" y="571836"/>
            <a:ext cx="160797" cy="158947"/>
          </a:xfrm>
          <a:custGeom>
            <a:avLst/>
            <a:gdLst/>
            <a:ahLst/>
            <a:cxnLst/>
            <a:rect l="l" t="t" r="r" b="b"/>
            <a:pathLst>
              <a:path w="6432" h="6358" extrusionOk="0">
                <a:moveTo>
                  <a:pt x="2640" y="363"/>
                </a:moveTo>
                <a:cubicBezTo>
                  <a:pt x="3103" y="810"/>
                  <a:pt x="3521" y="1313"/>
                  <a:pt x="3927" y="1820"/>
                </a:cubicBezTo>
                <a:cubicBezTo>
                  <a:pt x="3495" y="1965"/>
                  <a:pt x="3058" y="2107"/>
                  <a:pt x="2626" y="2249"/>
                </a:cubicBezTo>
                <a:cubicBezTo>
                  <a:pt x="2650" y="1621"/>
                  <a:pt x="2657" y="989"/>
                  <a:pt x="2640" y="363"/>
                </a:cubicBezTo>
                <a:close/>
                <a:moveTo>
                  <a:pt x="5678" y="1505"/>
                </a:moveTo>
                <a:cubicBezTo>
                  <a:pt x="5407" y="1874"/>
                  <a:pt x="5137" y="2243"/>
                  <a:pt x="4867" y="2611"/>
                </a:cubicBezTo>
                <a:cubicBezTo>
                  <a:pt x="4694" y="2391"/>
                  <a:pt x="4522" y="2171"/>
                  <a:pt x="4343" y="1955"/>
                </a:cubicBezTo>
                <a:cubicBezTo>
                  <a:pt x="4789" y="1806"/>
                  <a:pt x="5232" y="1658"/>
                  <a:pt x="5678" y="1505"/>
                </a:cubicBezTo>
                <a:close/>
                <a:moveTo>
                  <a:pt x="2302" y="2638"/>
                </a:moveTo>
                <a:cubicBezTo>
                  <a:pt x="2288" y="2945"/>
                  <a:pt x="2275" y="3252"/>
                  <a:pt x="2264" y="3556"/>
                </a:cubicBezTo>
                <a:cubicBezTo>
                  <a:pt x="1727" y="3435"/>
                  <a:pt x="1190" y="3313"/>
                  <a:pt x="653" y="3188"/>
                </a:cubicBezTo>
                <a:cubicBezTo>
                  <a:pt x="1204" y="3006"/>
                  <a:pt x="1751" y="2823"/>
                  <a:pt x="2302" y="2638"/>
                </a:cubicBezTo>
                <a:close/>
                <a:moveTo>
                  <a:pt x="4103" y="2036"/>
                </a:moveTo>
                <a:cubicBezTo>
                  <a:pt x="4231" y="2195"/>
                  <a:pt x="4360" y="2357"/>
                  <a:pt x="4488" y="2513"/>
                </a:cubicBezTo>
                <a:cubicBezTo>
                  <a:pt x="4529" y="2563"/>
                  <a:pt x="4610" y="2672"/>
                  <a:pt x="4718" y="2814"/>
                </a:cubicBezTo>
                <a:cubicBezTo>
                  <a:pt x="4448" y="3182"/>
                  <a:pt x="4170" y="3550"/>
                  <a:pt x="3897" y="3918"/>
                </a:cubicBezTo>
                <a:cubicBezTo>
                  <a:pt x="3593" y="3854"/>
                  <a:pt x="3285" y="3790"/>
                  <a:pt x="2985" y="3723"/>
                </a:cubicBezTo>
                <a:cubicBezTo>
                  <a:pt x="2839" y="3692"/>
                  <a:pt x="2693" y="3655"/>
                  <a:pt x="2548" y="3625"/>
                </a:cubicBezTo>
                <a:cubicBezTo>
                  <a:pt x="2572" y="3260"/>
                  <a:pt x="2596" y="2898"/>
                  <a:pt x="2612" y="2536"/>
                </a:cubicBezTo>
                <a:cubicBezTo>
                  <a:pt x="3109" y="2371"/>
                  <a:pt x="3606" y="2202"/>
                  <a:pt x="4103" y="2036"/>
                </a:cubicBezTo>
                <a:close/>
                <a:moveTo>
                  <a:pt x="4863" y="2999"/>
                </a:moveTo>
                <a:cubicBezTo>
                  <a:pt x="5218" y="3466"/>
                  <a:pt x="5725" y="4121"/>
                  <a:pt x="6023" y="4415"/>
                </a:cubicBezTo>
                <a:cubicBezTo>
                  <a:pt x="5894" y="4381"/>
                  <a:pt x="5759" y="4355"/>
                  <a:pt x="5749" y="4351"/>
                </a:cubicBezTo>
                <a:cubicBezTo>
                  <a:pt x="5384" y="4260"/>
                  <a:pt x="5019" y="4169"/>
                  <a:pt x="4654" y="4084"/>
                </a:cubicBezTo>
                <a:cubicBezTo>
                  <a:pt x="4482" y="4043"/>
                  <a:pt x="4312" y="4007"/>
                  <a:pt x="4140" y="3973"/>
                </a:cubicBezTo>
                <a:cubicBezTo>
                  <a:pt x="4380" y="3648"/>
                  <a:pt x="4624" y="3324"/>
                  <a:pt x="4863" y="2999"/>
                </a:cubicBezTo>
                <a:close/>
                <a:moveTo>
                  <a:pt x="2531" y="3844"/>
                </a:moveTo>
                <a:cubicBezTo>
                  <a:pt x="2937" y="3932"/>
                  <a:pt x="3342" y="4023"/>
                  <a:pt x="3748" y="4114"/>
                </a:cubicBezTo>
                <a:cubicBezTo>
                  <a:pt x="3295" y="4709"/>
                  <a:pt x="2839" y="5300"/>
                  <a:pt x="2373" y="5882"/>
                </a:cubicBezTo>
                <a:cubicBezTo>
                  <a:pt x="2427" y="5206"/>
                  <a:pt x="2484" y="4526"/>
                  <a:pt x="2531" y="3844"/>
                </a:cubicBezTo>
                <a:close/>
                <a:moveTo>
                  <a:pt x="2601" y="0"/>
                </a:moveTo>
                <a:cubicBezTo>
                  <a:pt x="2588" y="0"/>
                  <a:pt x="2575" y="9"/>
                  <a:pt x="2572" y="29"/>
                </a:cubicBezTo>
                <a:cubicBezTo>
                  <a:pt x="2569" y="42"/>
                  <a:pt x="2569" y="59"/>
                  <a:pt x="2565" y="76"/>
                </a:cubicBezTo>
                <a:cubicBezTo>
                  <a:pt x="2501" y="86"/>
                  <a:pt x="2470" y="187"/>
                  <a:pt x="2538" y="259"/>
                </a:cubicBezTo>
                <a:cubicBezTo>
                  <a:pt x="2427" y="948"/>
                  <a:pt x="2359" y="1647"/>
                  <a:pt x="2319" y="2354"/>
                </a:cubicBezTo>
                <a:cubicBezTo>
                  <a:pt x="1586" y="2594"/>
                  <a:pt x="856" y="2837"/>
                  <a:pt x="126" y="3080"/>
                </a:cubicBezTo>
                <a:cubicBezTo>
                  <a:pt x="1" y="3121"/>
                  <a:pt x="102" y="3303"/>
                  <a:pt x="190" y="3324"/>
                </a:cubicBezTo>
                <a:cubicBezTo>
                  <a:pt x="876" y="3483"/>
                  <a:pt x="1565" y="3634"/>
                  <a:pt x="2255" y="3784"/>
                </a:cubicBezTo>
                <a:cubicBezTo>
                  <a:pt x="2227" y="4595"/>
                  <a:pt x="2204" y="5402"/>
                  <a:pt x="2146" y="6196"/>
                </a:cubicBezTo>
                <a:cubicBezTo>
                  <a:pt x="2141" y="6256"/>
                  <a:pt x="2207" y="6357"/>
                  <a:pt x="2271" y="6357"/>
                </a:cubicBezTo>
                <a:cubicBezTo>
                  <a:pt x="2290" y="6357"/>
                  <a:pt x="2309" y="6348"/>
                  <a:pt x="2325" y="6328"/>
                </a:cubicBezTo>
                <a:cubicBezTo>
                  <a:pt x="2896" y="5621"/>
                  <a:pt x="3448" y="4895"/>
                  <a:pt x="3991" y="4169"/>
                </a:cubicBezTo>
                <a:cubicBezTo>
                  <a:pt x="4762" y="4341"/>
                  <a:pt x="5532" y="4520"/>
                  <a:pt x="6296" y="4716"/>
                </a:cubicBezTo>
                <a:cubicBezTo>
                  <a:pt x="6306" y="4719"/>
                  <a:pt x="6316" y="4720"/>
                  <a:pt x="6325" y="4720"/>
                </a:cubicBezTo>
                <a:cubicBezTo>
                  <a:pt x="6407" y="4720"/>
                  <a:pt x="6432" y="4618"/>
                  <a:pt x="6377" y="4554"/>
                </a:cubicBezTo>
                <a:cubicBezTo>
                  <a:pt x="5921" y="3982"/>
                  <a:pt x="5471" y="3388"/>
                  <a:pt x="5012" y="2797"/>
                </a:cubicBezTo>
                <a:cubicBezTo>
                  <a:pt x="5370" y="2313"/>
                  <a:pt x="5728" y="1833"/>
                  <a:pt x="6087" y="1357"/>
                </a:cubicBezTo>
                <a:cubicBezTo>
                  <a:pt x="6139" y="1289"/>
                  <a:pt x="6067" y="1147"/>
                  <a:pt x="5982" y="1147"/>
                </a:cubicBezTo>
                <a:cubicBezTo>
                  <a:pt x="5974" y="1147"/>
                  <a:pt x="5966" y="1148"/>
                  <a:pt x="5958" y="1151"/>
                </a:cubicBezTo>
                <a:cubicBezTo>
                  <a:pt x="5360" y="1346"/>
                  <a:pt x="4766" y="1543"/>
                  <a:pt x="4170" y="1739"/>
                </a:cubicBezTo>
                <a:cubicBezTo>
                  <a:pt x="3691" y="1164"/>
                  <a:pt x="3194" y="610"/>
                  <a:pt x="2657" y="110"/>
                </a:cubicBezTo>
                <a:cubicBezTo>
                  <a:pt x="2646" y="103"/>
                  <a:pt x="2640" y="100"/>
                  <a:pt x="2633" y="93"/>
                </a:cubicBezTo>
                <a:cubicBezTo>
                  <a:pt x="2629" y="73"/>
                  <a:pt x="2629" y="53"/>
                  <a:pt x="2629" y="33"/>
                </a:cubicBezTo>
                <a:cubicBezTo>
                  <a:pt x="2629" y="11"/>
                  <a:pt x="2615" y="0"/>
                  <a:pt x="260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750" name="Google Shape;2750;p57"/>
          <p:cNvGrpSpPr/>
          <p:nvPr/>
        </p:nvGrpSpPr>
        <p:grpSpPr>
          <a:xfrm flipH="1">
            <a:off x="617852" y="733926"/>
            <a:ext cx="903988" cy="755732"/>
            <a:chOff x="-304950" y="1799125"/>
            <a:chExt cx="1469422" cy="1228432"/>
          </a:xfrm>
        </p:grpSpPr>
        <p:sp>
          <p:nvSpPr>
            <p:cNvPr id="2751" name="Google Shape;2751;p57"/>
            <p:cNvSpPr/>
            <p:nvPr/>
          </p:nvSpPr>
          <p:spPr>
            <a:xfrm>
              <a:off x="-304950" y="2353565"/>
              <a:ext cx="1181737" cy="673993"/>
            </a:xfrm>
            <a:custGeom>
              <a:avLst/>
              <a:gdLst/>
              <a:ahLst/>
              <a:cxnLst/>
              <a:rect l="l" t="t" r="r" b="b"/>
              <a:pathLst>
                <a:path w="22071" h="12588" extrusionOk="0">
                  <a:moveTo>
                    <a:pt x="7465" y="0"/>
                  </a:moveTo>
                  <a:lnTo>
                    <a:pt x="7154" y="254"/>
                  </a:lnTo>
                  <a:cubicBezTo>
                    <a:pt x="7161" y="278"/>
                    <a:pt x="7161" y="312"/>
                    <a:pt x="7140" y="328"/>
                  </a:cubicBezTo>
                  <a:cubicBezTo>
                    <a:pt x="6028" y="1251"/>
                    <a:pt x="4971" y="2251"/>
                    <a:pt x="3843" y="3167"/>
                  </a:cubicBezTo>
                  <a:cubicBezTo>
                    <a:pt x="2714" y="4083"/>
                    <a:pt x="1491" y="5367"/>
                    <a:pt x="136" y="5935"/>
                  </a:cubicBezTo>
                  <a:cubicBezTo>
                    <a:pt x="129" y="5937"/>
                    <a:pt x="124" y="5938"/>
                    <a:pt x="119" y="5938"/>
                  </a:cubicBezTo>
                  <a:cubicBezTo>
                    <a:pt x="109" y="5938"/>
                    <a:pt x="101" y="5935"/>
                    <a:pt x="95" y="5928"/>
                  </a:cubicBezTo>
                  <a:lnTo>
                    <a:pt x="0" y="6002"/>
                  </a:lnTo>
                  <a:cubicBezTo>
                    <a:pt x="0" y="6002"/>
                    <a:pt x="2126" y="9831"/>
                    <a:pt x="10169" y="11930"/>
                  </a:cubicBezTo>
                  <a:cubicBezTo>
                    <a:pt x="12055" y="12423"/>
                    <a:pt x="14007" y="12588"/>
                    <a:pt x="15770" y="12588"/>
                  </a:cubicBezTo>
                  <a:cubicBezTo>
                    <a:pt x="19297" y="12588"/>
                    <a:pt x="22071" y="11930"/>
                    <a:pt x="22071" y="11930"/>
                  </a:cubicBezTo>
                  <a:lnTo>
                    <a:pt x="21921" y="10973"/>
                  </a:lnTo>
                  <a:cubicBezTo>
                    <a:pt x="21912" y="10980"/>
                    <a:pt x="21901" y="10984"/>
                    <a:pt x="21890" y="10984"/>
                  </a:cubicBezTo>
                  <a:cubicBezTo>
                    <a:pt x="21871" y="10984"/>
                    <a:pt x="21851" y="10971"/>
                    <a:pt x="21840" y="10943"/>
                  </a:cubicBezTo>
                  <a:cubicBezTo>
                    <a:pt x="21364" y="9530"/>
                    <a:pt x="21232" y="7969"/>
                    <a:pt x="21009" y="6502"/>
                  </a:cubicBezTo>
                  <a:cubicBezTo>
                    <a:pt x="20881" y="5685"/>
                    <a:pt x="20762" y="4863"/>
                    <a:pt x="20664" y="4039"/>
                  </a:cubicBezTo>
                  <a:cubicBezTo>
                    <a:pt x="20634" y="3803"/>
                    <a:pt x="20472" y="3191"/>
                    <a:pt x="20624" y="2937"/>
                  </a:cubicBezTo>
                  <a:cubicBezTo>
                    <a:pt x="17805" y="2876"/>
                    <a:pt x="15552" y="2623"/>
                    <a:pt x="13555" y="2177"/>
                  </a:cubicBezTo>
                  <a:lnTo>
                    <a:pt x="13555" y="2187"/>
                  </a:lnTo>
                  <a:cubicBezTo>
                    <a:pt x="13217" y="3617"/>
                    <a:pt x="12585" y="5012"/>
                    <a:pt x="12081" y="6387"/>
                  </a:cubicBezTo>
                  <a:cubicBezTo>
                    <a:pt x="11530" y="7888"/>
                    <a:pt x="10899" y="9368"/>
                    <a:pt x="10351" y="10865"/>
                  </a:cubicBezTo>
                  <a:cubicBezTo>
                    <a:pt x="10342" y="10890"/>
                    <a:pt x="10328" y="10901"/>
                    <a:pt x="10314" y="10901"/>
                  </a:cubicBezTo>
                  <a:cubicBezTo>
                    <a:pt x="10281" y="10901"/>
                    <a:pt x="10246" y="10847"/>
                    <a:pt x="10263" y="10804"/>
                  </a:cubicBezTo>
                  <a:cubicBezTo>
                    <a:pt x="10807" y="9321"/>
                    <a:pt x="11273" y="7797"/>
                    <a:pt x="11818" y="6309"/>
                  </a:cubicBezTo>
                  <a:cubicBezTo>
                    <a:pt x="12321" y="4935"/>
                    <a:pt x="12736" y="3455"/>
                    <a:pt x="13402" y="2146"/>
                  </a:cubicBezTo>
                  <a:cubicBezTo>
                    <a:pt x="11264" y="1657"/>
                    <a:pt x="9414" y="944"/>
                    <a:pt x="7465"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2" name="Google Shape;2752;p57"/>
            <p:cNvSpPr/>
            <p:nvPr/>
          </p:nvSpPr>
          <p:spPr>
            <a:xfrm>
              <a:off x="-20901" y="2114387"/>
              <a:ext cx="51454" cy="33036"/>
            </a:xfrm>
            <a:custGeom>
              <a:avLst/>
              <a:gdLst/>
              <a:ahLst/>
              <a:cxnLst/>
              <a:rect l="l" t="t" r="r" b="b"/>
              <a:pathLst>
                <a:path w="961" h="617" extrusionOk="0">
                  <a:moveTo>
                    <a:pt x="586" y="0"/>
                  </a:moveTo>
                  <a:cubicBezTo>
                    <a:pt x="511" y="4"/>
                    <a:pt x="433" y="0"/>
                    <a:pt x="366" y="17"/>
                  </a:cubicBezTo>
                  <a:cubicBezTo>
                    <a:pt x="204" y="51"/>
                    <a:pt x="1" y="197"/>
                    <a:pt x="65" y="389"/>
                  </a:cubicBezTo>
                  <a:cubicBezTo>
                    <a:pt x="119" y="547"/>
                    <a:pt x="387" y="616"/>
                    <a:pt x="596" y="616"/>
                  </a:cubicBezTo>
                  <a:cubicBezTo>
                    <a:pt x="674" y="616"/>
                    <a:pt x="744" y="606"/>
                    <a:pt x="792" y="588"/>
                  </a:cubicBezTo>
                  <a:cubicBezTo>
                    <a:pt x="960" y="524"/>
                    <a:pt x="946" y="355"/>
                    <a:pt x="869" y="220"/>
                  </a:cubicBezTo>
                  <a:cubicBezTo>
                    <a:pt x="795" y="91"/>
                    <a:pt x="700" y="30"/>
                    <a:pt x="58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3" name="Google Shape;2753;p57"/>
            <p:cNvSpPr/>
            <p:nvPr/>
          </p:nvSpPr>
          <p:spPr>
            <a:xfrm>
              <a:off x="421690" y="2290491"/>
              <a:ext cx="51026" cy="24951"/>
            </a:xfrm>
            <a:custGeom>
              <a:avLst/>
              <a:gdLst/>
              <a:ahLst/>
              <a:cxnLst/>
              <a:rect l="l" t="t" r="r" b="b"/>
              <a:pathLst>
                <a:path w="953" h="466" extrusionOk="0">
                  <a:moveTo>
                    <a:pt x="440" y="0"/>
                  </a:moveTo>
                  <a:cubicBezTo>
                    <a:pt x="277" y="0"/>
                    <a:pt x="68" y="57"/>
                    <a:pt x="41" y="212"/>
                  </a:cubicBezTo>
                  <a:cubicBezTo>
                    <a:pt x="0" y="439"/>
                    <a:pt x="423" y="466"/>
                    <a:pt x="561" y="466"/>
                  </a:cubicBezTo>
                  <a:cubicBezTo>
                    <a:pt x="700" y="466"/>
                    <a:pt x="953" y="411"/>
                    <a:pt x="848" y="222"/>
                  </a:cubicBezTo>
                  <a:cubicBezTo>
                    <a:pt x="778" y="97"/>
                    <a:pt x="636" y="43"/>
                    <a:pt x="491" y="2"/>
                  </a:cubicBezTo>
                  <a:cubicBezTo>
                    <a:pt x="474" y="1"/>
                    <a:pt x="457" y="0"/>
                    <a:pt x="440"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4" name="Google Shape;2754;p57"/>
            <p:cNvSpPr/>
            <p:nvPr/>
          </p:nvSpPr>
          <p:spPr>
            <a:xfrm>
              <a:off x="839544" y="2338519"/>
              <a:ext cx="64947" cy="39943"/>
            </a:xfrm>
            <a:custGeom>
              <a:avLst/>
              <a:gdLst/>
              <a:ahLst/>
              <a:cxnLst/>
              <a:rect l="l" t="t" r="r" b="b"/>
              <a:pathLst>
                <a:path w="1213" h="746" extrusionOk="0">
                  <a:moveTo>
                    <a:pt x="800" y="1"/>
                  </a:moveTo>
                  <a:cubicBezTo>
                    <a:pt x="546" y="15"/>
                    <a:pt x="259" y="116"/>
                    <a:pt x="144" y="333"/>
                  </a:cubicBezTo>
                  <a:cubicBezTo>
                    <a:pt x="0" y="606"/>
                    <a:pt x="500" y="745"/>
                    <a:pt x="746" y="745"/>
                  </a:cubicBezTo>
                  <a:cubicBezTo>
                    <a:pt x="770" y="745"/>
                    <a:pt x="792" y="744"/>
                    <a:pt x="810" y="741"/>
                  </a:cubicBezTo>
                  <a:cubicBezTo>
                    <a:pt x="1030" y="707"/>
                    <a:pt x="1212" y="521"/>
                    <a:pt x="1212" y="295"/>
                  </a:cubicBezTo>
                  <a:cubicBezTo>
                    <a:pt x="1212" y="204"/>
                    <a:pt x="1178" y="127"/>
                    <a:pt x="1104" y="72"/>
                  </a:cubicBezTo>
                  <a:cubicBezTo>
                    <a:pt x="1013" y="8"/>
                    <a:pt x="902" y="25"/>
                    <a:pt x="800"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5" name="Google Shape;2755;p57"/>
            <p:cNvSpPr/>
            <p:nvPr/>
          </p:nvSpPr>
          <p:spPr>
            <a:xfrm>
              <a:off x="-216496" y="2018117"/>
              <a:ext cx="1366458" cy="435193"/>
            </a:xfrm>
            <a:custGeom>
              <a:avLst/>
              <a:gdLst/>
              <a:ahLst/>
              <a:cxnLst/>
              <a:rect l="l" t="t" r="r" b="b"/>
              <a:pathLst>
                <a:path w="25521" h="8128" extrusionOk="0">
                  <a:moveTo>
                    <a:pt x="4138" y="1493"/>
                  </a:moveTo>
                  <a:cubicBezTo>
                    <a:pt x="4230" y="1493"/>
                    <a:pt x="4330" y="1525"/>
                    <a:pt x="4404" y="1561"/>
                  </a:cubicBezTo>
                  <a:cubicBezTo>
                    <a:pt x="4552" y="1633"/>
                    <a:pt x="4677" y="1747"/>
                    <a:pt x="4769" y="1883"/>
                  </a:cubicBezTo>
                  <a:cubicBezTo>
                    <a:pt x="4891" y="2065"/>
                    <a:pt x="4972" y="2335"/>
                    <a:pt x="4827" y="2528"/>
                  </a:cubicBezTo>
                  <a:cubicBezTo>
                    <a:pt x="4721" y="2670"/>
                    <a:pt x="4541" y="2716"/>
                    <a:pt x="4358" y="2716"/>
                  </a:cubicBezTo>
                  <a:cubicBezTo>
                    <a:pt x="4217" y="2716"/>
                    <a:pt x="4074" y="2689"/>
                    <a:pt x="3961" y="2656"/>
                  </a:cubicBezTo>
                  <a:cubicBezTo>
                    <a:pt x="3617" y="2555"/>
                    <a:pt x="3252" y="2265"/>
                    <a:pt x="3428" y="1869"/>
                  </a:cubicBezTo>
                  <a:cubicBezTo>
                    <a:pt x="3525" y="1643"/>
                    <a:pt x="3768" y="1528"/>
                    <a:pt x="4016" y="1518"/>
                  </a:cubicBezTo>
                  <a:cubicBezTo>
                    <a:pt x="4052" y="1500"/>
                    <a:pt x="4094" y="1493"/>
                    <a:pt x="4138" y="1493"/>
                  </a:cubicBezTo>
                  <a:close/>
                  <a:moveTo>
                    <a:pt x="12348" y="4862"/>
                  </a:moveTo>
                  <a:cubicBezTo>
                    <a:pt x="12607" y="4862"/>
                    <a:pt x="12888" y="5063"/>
                    <a:pt x="12987" y="5289"/>
                  </a:cubicBezTo>
                  <a:cubicBezTo>
                    <a:pt x="13138" y="5630"/>
                    <a:pt x="12838" y="5802"/>
                    <a:pt x="12535" y="5802"/>
                  </a:cubicBezTo>
                  <a:cubicBezTo>
                    <a:pt x="12531" y="5802"/>
                    <a:pt x="12528" y="5802"/>
                    <a:pt x="12524" y="5802"/>
                  </a:cubicBezTo>
                  <a:cubicBezTo>
                    <a:pt x="12210" y="5802"/>
                    <a:pt x="11663" y="5644"/>
                    <a:pt x="11724" y="5225"/>
                  </a:cubicBezTo>
                  <a:cubicBezTo>
                    <a:pt x="11744" y="5086"/>
                    <a:pt x="11842" y="4978"/>
                    <a:pt x="11967" y="4924"/>
                  </a:cubicBezTo>
                  <a:cubicBezTo>
                    <a:pt x="12030" y="4895"/>
                    <a:pt x="12092" y="4884"/>
                    <a:pt x="12151" y="4884"/>
                  </a:cubicBezTo>
                  <a:cubicBezTo>
                    <a:pt x="12167" y="4884"/>
                    <a:pt x="12184" y="4885"/>
                    <a:pt x="12200" y="4887"/>
                  </a:cubicBezTo>
                  <a:cubicBezTo>
                    <a:pt x="12247" y="4870"/>
                    <a:pt x="12297" y="4862"/>
                    <a:pt x="12348" y="4862"/>
                  </a:cubicBezTo>
                  <a:close/>
                  <a:moveTo>
                    <a:pt x="20574" y="5778"/>
                  </a:moveTo>
                  <a:cubicBezTo>
                    <a:pt x="20861" y="5778"/>
                    <a:pt x="21106" y="5988"/>
                    <a:pt x="21149" y="6282"/>
                  </a:cubicBezTo>
                  <a:cubicBezTo>
                    <a:pt x="21182" y="6526"/>
                    <a:pt x="21063" y="6772"/>
                    <a:pt x="20848" y="6894"/>
                  </a:cubicBezTo>
                  <a:cubicBezTo>
                    <a:pt x="20741" y="6955"/>
                    <a:pt x="20621" y="6981"/>
                    <a:pt x="20498" y="6981"/>
                  </a:cubicBezTo>
                  <a:cubicBezTo>
                    <a:pt x="20271" y="6981"/>
                    <a:pt x="20036" y="6892"/>
                    <a:pt x="19861" y="6769"/>
                  </a:cubicBezTo>
                  <a:cubicBezTo>
                    <a:pt x="19600" y="6587"/>
                    <a:pt x="19509" y="6265"/>
                    <a:pt x="19756" y="6029"/>
                  </a:cubicBezTo>
                  <a:cubicBezTo>
                    <a:pt x="19924" y="5868"/>
                    <a:pt x="20150" y="5796"/>
                    <a:pt x="20376" y="5796"/>
                  </a:cubicBezTo>
                  <a:cubicBezTo>
                    <a:pt x="20405" y="5796"/>
                    <a:pt x="20434" y="5797"/>
                    <a:pt x="20462" y="5799"/>
                  </a:cubicBezTo>
                  <a:cubicBezTo>
                    <a:pt x="20469" y="5796"/>
                    <a:pt x="20469" y="5786"/>
                    <a:pt x="20475" y="5786"/>
                  </a:cubicBezTo>
                  <a:cubicBezTo>
                    <a:pt x="20509" y="5781"/>
                    <a:pt x="20542" y="5778"/>
                    <a:pt x="20574" y="5778"/>
                  </a:cubicBezTo>
                  <a:close/>
                  <a:moveTo>
                    <a:pt x="3776" y="0"/>
                  </a:moveTo>
                  <a:cubicBezTo>
                    <a:pt x="3554" y="0"/>
                    <a:pt x="3332" y="6"/>
                    <a:pt x="3110" y="20"/>
                  </a:cubicBezTo>
                  <a:cubicBezTo>
                    <a:pt x="2363" y="72"/>
                    <a:pt x="1484" y="166"/>
                    <a:pt x="886" y="666"/>
                  </a:cubicBezTo>
                  <a:cubicBezTo>
                    <a:pt x="1" y="1407"/>
                    <a:pt x="440" y="2305"/>
                    <a:pt x="1221" y="2917"/>
                  </a:cubicBezTo>
                  <a:cubicBezTo>
                    <a:pt x="2964" y="4282"/>
                    <a:pt x="5381" y="5141"/>
                    <a:pt x="7458" y="5827"/>
                  </a:cubicBezTo>
                  <a:cubicBezTo>
                    <a:pt x="10105" y="6699"/>
                    <a:pt x="12848" y="7239"/>
                    <a:pt x="15606" y="7607"/>
                  </a:cubicBezTo>
                  <a:cubicBezTo>
                    <a:pt x="17347" y="7842"/>
                    <a:pt x="19174" y="8128"/>
                    <a:pt x="20973" y="8128"/>
                  </a:cubicBezTo>
                  <a:cubicBezTo>
                    <a:pt x="21741" y="8128"/>
                    <a:pt x="22504" y="8076"/>
                    <a:pt x="23253" y="7945"/>
                  </a:cubicBezTo>
                  <a:cubicBezTo>
                    <a:pt x="24003" y="7817"/>
                    <a:pt x="25521" y="7505"/>
                    <a:pt x="25078" y="6438"/>
                  </a:cubicBezTo>
                  <a:cubicBezTo>
                    <a:pt x="24724" y="5579"/>
                    <a:pt x="23548" y="4968"/>
                    <a:pt x="22780" y="4535"/>
                  </a:cubicBezTo>
                  <a:cubicBezTo>
                    <a:pt x="22114" y="4160"/>
                    <a:pt x="21422" y="3843"/>
                    <a:pt x="20689" y="3633"/>
                  </a:cubicBezTo>
                  <a:cubicBezTo>
                    <a:pt x="20682" y="3647"/>
                    <a:pt x="20675" y="3664"/>
                    <a:pt x="20651" y="3670"/>
                  </a:cubicBezTo>
                  <a:cubicBezTo>
                    <a:pt x="19356" y="4080"/>
                    <a:pt x="17946" y="4264"/>
                    <a:pt x="16537" y="4264"/>
                  </a:cubicBezTo>
                  <a:cubicBezTo>
                    <a:pt x="15295" y="4264"/>
                    <a:pt x="14054" y="4121"/>
                    <a:pt x="12892" y="3863"/>
                  </a:cubicBezTo>
                  <a:cubicBezTo>
                    <a:pt x="10950" y="3430"/>
                    <a:pt x="8168" y="2491"/>
                    <a:pt x="7073" y="663"/>
                  </a:cubicBezTo>
                  <a:cubicBezTo>
                    <a:pt x="7045" y="677"/>
                    <a:pt x="7013" y="683"/>
                    <a:pt x="6980" y="683"/>
                  </a:cubicBezTo>
                  <a:cubicBezTo>
                    <a:pt x="6868" y="683"/>
                    <a:pt x="6751" y="607"/>
                    <a:pt x="6769" y="484"/>
                  </a:cubicBezTo>
                  <a:cubicBezTo>
                    <a:pt x="6789" y="359"/>
                    <a:pt x="6827" y="237"/>
                    <a:pt x="6867" y="115"/>
                  </a:cubicBezTo>
                  <a:lnTo>
                    <a:pt x="6867" y="115"/>
                  </a:lnTo>
                  <a:cubicBezTo>
                    <a:pt x="6823" y="116"/>
                    <a:pt x="6779" y="116"/>
                    <a:pt x="6734" y="116"/>
                  </a:cubicBezTo>
                  <a:cubicBezTo>
                    <a:pt x="5747" y="116"/>
                    <a:pt x="4762" y="0"/>
                    <a:pt x="377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6" name="Google Shape;2756;p57"/>
            <p:cNvSpPr/>
            <p:nvPr/>
          </p:nvSpPr>
          <p:spPr>
            <a:xfrm>
              <a:off x="589067" y="2438216"/>
              <a:ext cx="176423" cy="24362"/>
            </a:xfrm>
            <a:custGeom>
              <a:avLst/>
              <a:gdLst/>
              <a:ahLst/>
              <a:cxnLst/>
              <a:rect l="l" t="t" r="r" b="b"/>
              <a:pathLst>
                <a:path w="3295" h="455" extrusionOk="0">
                  <a:moveTo>
                    <a:pt x="1" y="1"/>
                  </a:moveTo>
                  <a:lnTo>
                    <a:pt x="1" y="1"/>
                  </a:lnTo>
                  <a:cubicBezTo>
                    <a:pt x="1227" y="221"/>
                    <a:pt x="2325" y="366"/>
                    <a:pt x="3295" y="454"/>
                  </a:cubicBezTo>
                  <a:cubicBezTo>
                    <a:pt x="2342" y="339"/>
                    <a:pt x="1409" y="194"/>
                    <a:pt x="524" y="76"/>
                  </a:cubicBezTo>
                  <a:cubicBezTo>
                    <a:pt x="348" y="52"/>
                    <a:pt x="172" y="24"/>
                    <a:pt x="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7" name="Google Shape;2757;p57"/>
            <p:cNvSpPr/>
            <p:nvPr/>
          </p:nvSpPr>
          <p:spPr>
            <a:xfrm>
              <a:off x="-229507" y="1799125"/>
              <a:ext cx="1393979" cy="673618"/>
            </a:xfrm>
            <a:custGeom>
              <a:avLst/>
              <a:gdLst/>
              <a:ahLst/>
              <a:cxnLst/>
              <a:rect l="l" t="t" r="r" b="b"/>
              <a:pathLst>
                <a:path w="26035" h="12581" extrusionOk="0">
                  <a:moveTo>
                    <a:pt x="13867" y="419"/>
                  </a:moveTo>
                  <a:cubicBezTo>
                    <a:pt x="13999" y="419"/>
                    <a:pt x="14132" y="424"/>
                    <a:pt x="14264" y="434"/>
                  </a:cubicBezTo>
                  <a:cubicBezTo>
                    <a:pt x="16100" y="570"/>
                    <a:pt x="17752" y="1401"/>
                    <a:pt x="18954" y="2789"/>
                  </a:cubicBezTo>
                  <a:cubicBezTo>
                    <a:pt x="19546" y="3475"/>
                    <a:pt x="19874" y="4121"/>
                    <a:pt x="20191" y="4976"/>
                  </a:cubicBezTo>
                  <a:cubicBezTo>
                    <a:pt x="20520" y="5857"/>
                    <a:pt x="20611" y="6642"/>
                    <a:pt x="20763" y="7537"/>
                  </a:cubicBezTo>
                  <a:cubicBezTo>
                    <a:pt x="19285" y="7770"/>
                    <a:pt x="17839" y="7952"/>
                    <a:pt x="16384" y="7952"/>
                  </a:cubicBezTo>
                  <a:cubicBezTo>
                    <a:pt x="15433" y="7952"/>
                    <a:pt x="14478" y="7875"/>
                    <a:pt x="13508" y="7682"/>
                  </a:cubicBezTo>
                  <a:cubicBezTo>
                    <a:pt x="12365" y="7459"/>
                    <a:pt x="11257" y="7094"/>
                    <a:pt x="10206" y="6591"/>
                  </a:cubicBezTo>
                  <a:cubicBezTo>
                    <a:pt x="9253" y="6135"/>
                    <a:pt x="8050" y="5587"/>
                    <a:pt x="7486" y="4648"/>
                  </a:cubicBezTo>
                  <a:cubicBezTo>
                    <a:pt x="7475" y="4628"/>
                    <a:pt x="7458" y="4614"/>
                    <a:pt x="7445" y="4600"/>
                  </a:cubicBezTo>
                  <a:cubicBezTo>
                    <a:pt x="8175" y="3479"/>
                    <a:pt x="8821" y="2488"/>
                    <a:pt x="9976" y="1721"/>
                  </a:cubicBezTo>
                  <a:cubicBezTo>
                    <a:pt x="11125" y="959"/>
                    <a:pt x="12476" y="419"/>
                    <a:pt x="13867" y="419"/>
                  </a:cubicBezTo>
                  <a:close/>
                  <a:moveTo>
                    <a:pt x="4019" y="4090"/>
                  </a:moveTo>
                  <a:cubicBezTo>
                    <a:pt x="5005" y="4090"/>
                    <a:pt x="5990" y="4206"/>
                    <a:pt x="6977" y="4206"/>
                  </a:cubicBezTo>
                  <a:cubicBezTo>
                    <a:pt x="7022" y="4206"/>
                    <a:pt x="7066" y="4206"/>
                    <a:pt x="7110" y="4205"/>
                  </a:cubicBezTo>
                  <a:lnTo>
                    <a:pt x="7110" y="4205"/>
                  </a:lnTo>
                  <a:cubicBezTo>
                    <a:pt x="7070" y="4327"/>
                    <a:pt x="7032" y="4449"/>
                    <a:pt x="7012" y="4574"/>
                  </a:cubicBezTo>
                  <a:cubicBezTo>
                    <a:pt x="6994" y="4697"/>
                    <a:pt x="7111" y="4773"/>
                    <a:pt x="7223" y="4773"/>
                  </a:cubicBezTo>
                  <a:cubicBezTo>
                    <a:pt x="7256" y="4773"/>
                    <a:pt x="7288" y="4767"/>
                    <a:pt x="7316" y="4753"/>
                  </a:cubicBezTo>
                  <a:cubicBezTo>
                    <a:pt x="8411" y="6581"/>
                    <a:pt x="11193" y="7520"/>
                    <a:pt x="13135" y="7953"/>
                  </a:cubicBezTo>
                  <a:cubicBezTo>
                    <a:pt x="14297" y="8211"/>
                    <a:pt x="15538" y="8354"/>
                    <a:pt x="16780" y="8354"/>
                  </a:cubicBezTo>
                  <a:cubicBezTo>
                    <a:pt x="18189" y="8354"/>
                    <a:pt x="19599" y="8170"/>
                    <a:pt x="20894" y="7760"/>
                  </a:cubicBezTo>
                  <a:cubicBezTo>
                    <a:pt x="20918" y="7754"/>
                    <a:pt x="20925" y="7737"/>
                    <a:pt x="20932" y="7723"/>
                  </a:cubicBezTo>
                  <a:cubicBezTo>
                    <a:pt x="21665" y="7933"/>
                    <a:pt x="22357" y="8250"/>
                    <a:pt x="23023" y="8625"/>
                  </a:cubicBezTo>
                  <a:cubicBezTo>
                    <a:pt x="23791" y="9058"/>
                    <a:pt x="24967" y="9669"/>
                    <a:pt x="25321" y="10528"/>
                  </a:cubicBezTo>
                  <a:cubicBezTo>
                    <a:pt x="25764" y="11595"/>
                    <a:pt x="24246" y="11907"/>
                    <a:pt x="23496" y="12035"/>
                  </a:cubicBezTo>
                  <a:cubicBezTo>
                    <a:pt x="22747" y="12166"/>
                    <a:pt x="21984" y="12218"/>
                    <a:pt x="21216" y="12218"/>
                  </a:cubicBezTo>
                  <a:cubicBezTo>
                    <a:pt x="19417" y="12218"/>
                    <a:pt x="17590" y="11932"/>
                    <a:pt x="15849" y="11697"/>
                  </a:cubicBezTo>
                  <a:cubicBezTo>
                    <a:pt x="13091" y="11329"/>
                    <a:pt x="10348" y="10789"/>
                    <a:pt x="7701" y="9917"/>
                  </a:cubicBezTo>
                  <a:cubicBezTo>
                    <a:pt x="5624" y="9231"/>
                    <a:pt x="3207" y="8372"/>
                    <a:pt x="1464" y="7007"/>
                  </a:cubicBezTo>
                  <a:cubicBezTo>
                    <a:pt x="683" y="6395"/>
                    <a:pt x="244" y="5497"/>
                    <a:pt x="1129" y="4756"/>
                  </a:cubicBezTo>
                  <a:cubicBezTo>
                    <a:pt x="1727" y="4256"/>
                    <a:pt x="2606" y="4162"/>
                    <a:pt x="3353" y="4110"/>
                  </a:cubicBezTo>
                  <a:cubicBezTo>
                    <a:pt x="3575" y="4096"/>
                    <a:pt x="3797" y="4090"/>
                    <a:pt x="4019" y="4090"/>
                  </a:cubicBezTo>
                  <a:close/>
                  <a:moveTo>
                    <a:pt x="13880" y="1"/>
                  </a:moveTo>
                  <a:cubicBezTo>
                    <a:pt x="12554" y="1"/>
                    <a:pt x="11270" y="398"/>
                    <a:pt x="10114" y="1089"/>
                  </a:cubicBezTo>
                  <a:cubicBezTo>
                    <a:pt x="9094" y="1694"/>
                    <a:pt x="7709" y="2763"/>
                    <a:pt x="7191" y="3982"/>
                  </a:cubicBezTo>
                  <a:lnTo>
                    <a:pt x="7191" y="3979"/>
                  </a:lnTo>
                  <a:cubicBezTo>
                    <a:pt x="6430" y="3945"/>
                    <a:pt x="5018" y="3713"/>
                    <a:pt x="3660" y="3713"/>
                  </a:cubicBezTo>
                  <a:cubicBezTo>
                    <a:pt x="2040" y="3713"/>
                    <a:pt x="498" y="4044"/>
                    <a:pt x="233" y="5436"/>
                  </a:cubicBezTo>
                  <a:cubicBezTo>
                    <a:pt x="1" y="6668"/>
                    <a:pt x="1545" y="7497"/>
                    <a:pt x="2430" y="7977"/>
                  </a:cubicBezTo>
                  <a:cubicBezTo>
                    <a:pt x="3630" y="8622"/>
                    <a:pt x="4870" y="9196"/>
                    <a:pt x="6140" y="9686"/>
                  </a:cubicBezTo>
                  <a:cubicBezTo>
                    <a:pt x="9084" y="10819"/>
                    <a:pt x="12173" y="11491"/>
                    <a:pt x="15289" y="11937"/>
                  </a:cubicBezTo>
                  <a:cubicBezTo>
                    <a:pt x="15460" y="11960"/>
                    <a:pt x="15636" y="11988"/>
                    <a:pt x="15812" y="12012"/>
                  </a:cubicBezTo>
                  <a:cubicBezTo>
                    <a:pt x="16697" y="12130"/>
                    <a:pt x="17630" y="12275"/>
                    <a:pt x="18583" y="12390"/>
                  </a:cubicBezTo>
                  <a:cubicBezTo>
                    <a:pt x="19496" y="12500"/>
                    <a:pt x="20425" y="12580"/>
                    <a:pt x="21342" y="12580"/>
                  </a:cubicBezTo>
                  <a:cubicBezTo>
                    <a:pt x="22402" y="12580"/>
                    <a:pt x="23445" y="12472"/>
                    <a:pt x="24426" y="12177"/>
                  </a:cubicBezTo>
                  <a:cubicBezTo>
                    <a:pt x="25169" y="11954"/>
                    <a:pt x="26035" y="11488"/>
                    <a:pt x="25723" y="10582"/>
                  </a:cubicBezTo>
                  <a:cubicBezTo>
                    <a:pt x="25460" y="9819"/>
                    <a:pt x="24656" y="9271"/>
                    <a:pt x="24017" y="8862"/>
                  </a:cubicBezTo>
                  <a:cubicBezTo>
                    <a:pt x="23047" y="8237"/>
                    <a:pt x="22047" y="7676"/>
                    <a:pt x="20891" y="7520"/>
                  </a:cubicBezTo>
                  <a:cubicBezTo>
                    <a:pt x="21432" y="3915"/>
                    <a:pt x="18255" y="562"/>
                    <a:pt x="14829" y="69"/>
                  </a:cubicBezTo>
                  <a:cubicBezTo>
                    <a:pt x="14511" y="23"/>
                    <a:pt x="14194" y="1"/>
                    <a:pt x="13880"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8" name="Google Shape;2758;p57"/>
            <p:cNvSpPr/>
            <p:nvPr/>
          </p:nvSpPr>
          <p:spPr>
            <a:xfrm>
              <a:off x="238143" y="2057953"/>
              <a:ext cx="581150" cy="144832"/>
            </a:xfrm>
            <a:custGeom>
              <a:avLst/>
              <a:gdLst/>
              <a:ahLst/>
              <a:cxnLst/>
              <a:rect l="l" t="t" r="r" b="b"/>
              <a:pathLst>
                <a:path w="10854" h="2705" extrusionOk="0">
                  <a:moveTo>
                    <a:pt x="28" y="1"/>
                  </a:moveTo>
                  <a:cubicBezTo>
                    <a:pt x="9" y="1"/>
                    <a:pt x="0" y="42"/>
                    <a:pt x="15" y="54"/>
                  </a:cubicBezTo>
                  <a:cubicBezTo>
                    <a:pt x="2191" y="1722"/>
                    <a:pt x="5067" y="2705"/>
                    <a:pt x="7880" y="2705"/>
                  </a:cubicBezTo>
                  <a:cubicBezTo>
                    <a:pt x="8864" y="2705"/>
                    <a:pt x="9839" y="2585"/>
                    <a:pt x="10775" y="2332"/>
                  </a:cubicBezTo>
                  <a:cubicBezTo>
                    <a:pt x="10854" y="2309"/>
                    <a:pt x="10808" y="2145"/>
                    <a:pt x="10738" y="2145"/>
                  </a:cubicBezTo>
                  <a:cubicBezTo>
                    <a:pt x="10736" y="2145"/>
                    <a:pt x="10734" y="2146"/>
                    <a:pt x="10731" y="2146"/>
                  </a:cubicBezTo>
                  <a:cubicBezTo>
                    <a:pt x="9681" y="2269"/>
                    <a:pt x="8590" y="2407"/>
                    <a:pt x="7517" y="2407"/>
                  </a:cubicBezTo>
                  <a:cubicBezTo>
                    <a:pt x="7182" y="2407"/>
                    <a:pt x="6848" y="2393"/>
                    <a:pt x="6517" y="2362"/>
                  </a:cubicBezTo>
                  <a:cubicBezTo>
                    <a:pt x="4182" y="2143"/>
                    <a:pt x="2040" y="1156"/>
                    <a:pt x="35" y="3"/>
                  </a:cubicBezTo>
                  <a:cubicBezTo>
                    <a:pt x="33" y="2"/>
                    <a:pt x="30" y="1"/>
                    <a:pt x="2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59" name="Google Shape;2759;p57"/>
            <p:cNvSpPr/>
            <p:nvPr/>
          </p:nvSpPr>
          <p:spPr>
            <a:xfrm>
              <a:off x="-42426" y="2098003"/>
              <a:ext cx="92147" cy="65536"/>
            </a:xfrm>
            <a:custGeom>
              <a:avLst/>
              <a:gdLst/>
              <a:ahLst/>
              <a:cxnLst/>
              <a:rect l="l" t="t" r="r" b="b"/>
              <a:pathLst>
                <a:path w="1721" h="1224" extrusionOk="0">
                  <a:moveTo>
                    <a:pt x="988" y="306"/>
                  </a:moveTo>
                  <a:cubicBezTo>
                    <a:pt x="1102" y="336"/>
                    <a:pt x="1197" y="397"/>
                    <a:pt x="1271" y="526"/>
                  </a:cubicBezTo>
                  <a:cubicBezTo>
                    <a:pt x="1348" y="661"/>
                    <a:pt x="1362" y="830"/>
                    <a:pt x="1194" y="894"/>
                  </a:cubicBezTo>
                  <a:cubicBezTo>
                    <a:pt x="1146" y="912"/>
                    <a:pt x="1076" y="922"/>
                    <a:pt x="998" y="922"/>
                  </a:cubicBezTo>
                  <a:cubicBezTo>
                    <a:pt x="789" y="922"/>
                    <a:pt x="521" y="853"/>
                    <a:pt x="467" y="695"/>
                  </a:cubicBezTo>
                  <a:cubicBezTo>
                    <a:pt x="403" y="503"/>
                    <a:pt x="606" y="357"/>
                    <a:pt x="768" y="323"/>
                  </a:cubicBezTo>
                  <a:cubicBezTo>
                    <a:pt x="835" y="306"/>
                    <a:pt x="913" y="310"/>
                    <a:pt x="988" y="306"/>
                  </a:cubicBezTo>
                  <a:close/>
                  <a:moveTo>
                    <a:pt x="887" y="1"/>
                  </a:moveTo>
                  <a:cubicBezTo>
                    <a:pt x="843" y="1"/>
                    <a:pt x="801" y="8"/>
                    <a:pt x="765" y="26"/>
                  </a:cubicBezTo>
                  <a:cubicBezTo>
                    <a:pt x="517" y="36"/>
                    <a:pt x="274" y="151"/>
                    <a:pt x="177" y="377"/>
                  </a:cubicBezTo>
                  <a:cubicBezTo>
                    <a:pt x="1" y="773"/>
                    <a:pt x="366" y="1063"/>
                    <a:pt x="710" y="1164"/>
                  </a:cubicBezTo>
                  <a:cubicBezTo>
                    <a:pt x="823" y="1197"/>
                    <a:pt x="966" y="1224"/>
                    <a:pt x="1107" y="1224"/>
                  </a:cubicBezTo>
                  <a:cubicBezTo>
                    <a:pt x="1290" y="1224"/>
                    <a:pt x="1470" y="1178"/>
                    <a:pt x="1576" y="1036"/>
                  </a:cubicBezTo>
                  <a:cubicBezTo>
                    <a:pt x="1721" y="843"/>
                    <a:pt x="1640" y="573"/>
                    <a:pt x="1518" y="391"/>
                  </a:cubicBezTo>
                  <a:cubicBezTo>
                    <a:pt x="1426" y="255"/>
                    <a:pt x="1301" y="141"/>
                    <a:pt x="1153" y="69"/>
                  </a:cubicBezTo>
                  <a:cubicBezTo>
                    <a:pt x="1079" y="33"/>
                    <a:pt x="979" y="1"/>
                    <a:pt x="88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0" name="Google Shape;2760;p57"/>
            <p:cNvSpPr/>
            <p:nvPr/>
          </p:nvSpPr>
          <p:spPr>
            <a:xfrm>
              <a:off x="407929" y="2278443"/>
              <a:ext cx="79029" cy="50383"/>
            </a:xfrm>
            <a:custGeom>
              <a:avLst/>
              <a:gdLst/>
              <a:ahLst/>
              <a:cxnLst/>
              <a:rect l="l" t="t" r="r" b="b"/>
              <a:pathLst>
                <a:path w="1476" h="941" extrusionOk="0">
                  <a:moveTo>
                    <a:pt x="697" y="225"/>
                  </a:moveTo>
                  <a:cubicBezTo>
                    <a:pt x="714" y="225"/>
                    <a:pt x="731" y="226"/>
                    <a:pt x="748" y="227"/>
                  </a:cubicBezTo>
                  <a:cubicBezTo>
                    <a:pt x="893" y="268"/>
                    <a:pt x="1035" y="322"/>
                    <a:pt x="1105" y="447"/>
                  </a:cubicBezTo>
                  <a:cubicBezTo>
                    <a:pt x="1210" y="636"/>
                    <a:pt x="957" y="691"/>
                    <a:pt x="818" y="691"/>
                  </a:cubicBezTo>
                  <a:cubicBezTo>
                    <a:pt x="680" y="691"/>
                    <a:pt x="257" y="664"/>
                    <a:pt x="298" y="437"/>
                  </a:cubicBezTo>
                  <a:cubicBezTo>
                    <a:pt x="325" y="282"/>
                    <a:pt x="534" y="225"/>
                    <a:pt x="697" y="225"/>
                  </a:cubicBezTo>
                  <a:close/>
                  <a:moveTo>
                    <a:pt x="686" y="0"/>
                  </a:moveTo>
                  <a:cubicBezTo>
                    <a:pt x="635" y="0"/>
                    <a:pt x="585" y="8"/>
                    <a:pt x="538" y="25"/>
                  </a:cubicBezTo>
                  <a:cubicBezTo>
                    <a:pt x="522" y="23"/>
                    <a:pt x="505" y="22"/>
                    <a:pt x="489" y="22"/>
                  </a:cubicBezTo>
                  <a:cubicBezTo>
                    <a:pt x="430" y="22"/>
                    <a:pt x="368" y="33"/>
                    <a:pt x="305" y="62"/>
                  </a:cubicBezTo>
                  <a:cubicBezTo>
                    <a:pt x="180" y="116"/>
                    <a:pt x="82" y="224"/>
                    <a:pt x="62" y="363"/>
                  </a:cubicBezTo>
                  <a:cubicBezTo>
                    <a:pt x="1" y="782"/>
                    <a:pt x="548" y="940"/>
                    <a:pt x="862" y="940"/>
                  </a:cubicBezTo>
                  <a:cubicBezTo>
                    <a:pt x="866" y="940"/>
                    <a:pt x="869" y="940"/>
                    <a:pt x="873" y="940"/>
                  </a:cubicBezTo>
                  <a:cubicBezTo>
                    <a:pt x="1176" y="940"/>
                    <a:pt x="1476" y="768"/>
                    <a:pt x="1325" y="427"/>
                  </a:cubicBezTo>
                  <a:cubicBezTo>
                    <a:pt x="1226" y="201"/>
                    <a:pt x="945" y="0"/>
                    <a:pt x="6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1" name="Google Shape;2761;p57"/>
            <p:cNvSpPr/>
            <p:nvPr/>
          </p:nvSpPr>
          <p:spPr>
            <a:xfrm>
              <a:off x="828086" y="2327435"/>
              <a:ext cx="89577" cy="64465"/>
            </a:xfrm>
            <a:custGeom>
              <a:avLst/>
              <a:gdLst/>
              <a:ahLst/>
              <a:cxnLst/>
              <a:rect l="l" t="t" r="r" b="b"/>
              <a:pathLst>
                <a:path w="1673" h="1204" extrusionOk="0">
                  <a:moveTo>
                    <a:pt x="1014" y="208"/>
                  </a:moveTo>
                  <a:cubicBezTo>
                    <a:pt x="1116" y="232"/>
                    <a:pt x="1227" y="215"/>
                    <a:pt x="1318" y="279"/>
                  </a:cubicBezTo>
                  <a:cubicBezTo>
                    <a:pt x="1392" y="334"/>
                    <a:pt x="1426" y="411"/>
                    <a:pt x="1426" y="502"/>
                  </a:cubicBezTo>
                  <a:cubicBezTo>
                    <a:pt x="1426" y="728"/>
                    <a:pt x="1244" y="914"/>
                    <a:pt x="1024" y="948"/>
                  </a:cubicBezTo>
                  <a:cubicBezTo>
                    <a:pt x="1006" y="951"/>
                    <a:pt x="984" y="952"/>
                    <a:pt x="960" y="952"/>
                  </a:cubicBezTo>
                  <a:cubicBezTo>
                    <a:pt x="714" y="952"/>
                    <a:pt x="214" y="813"/>
                    <a:pt x="358" y="540"/>
                  </a:cubicBezTo>
                  <a:cubicBezTo>
                    <a:pt x="473" y="323"/>
                    <a:pt x="760" y="222"/>
                    <a:pt x="1014" y="208"/>
                  </a:cubicBezTo>
                  <a:close/>
                  <a:moveTo>
                    <a:pt x="1065" y="1"/>
                  </a:moveTo>
                  <a:cubicBezTo>
                    <a:pt x="1033" y="1"/>
                    <a:pt x="1000" y="4"/>
                    <a:pt x="966" y="9"/>
                  </a:cubicBezTo>
                  <a:cubicBezTo>
                    <a:pt x="960" y="9"/>
                    <a:pt x="960" y="19"/>
                    <a:pt x="953" y="22"/>
                  </a:cubicBezTo>
                  <a:cubicBezTo>
                    <a:pt x="925" y="20"/>
                    <a:pt x="896" y="19"/>
                    <a:pt x="867" y="19"/>
                  </a:cubicBezTo>
                  <a:cubicBezTo>
                    <a:pt x="641" y="19"/>
                    <a:pt x="415" y="91"/>
                    <a:pt x="247" y="252"/>
                  </a:cubicBezTo>
                  <a:cubicBezTo>
                    <a:pt x="0" y="488"/>
                    <a:pt x="91" y="810"/>
                    <a:pt x="352" y="992"/>
                  </a:cubicBezTo>
                  <a:cubicBezTo>
                    <a:pt x="527" y="1115"/>
                    <a:pt x="762" y="1204"/>
                    <a:pt x="989" y="1204"/>
                  </a:cubicBezTo>
                  <a:cubicBezTo>
                    <a:pt x="1112" y="1204"/>
                    <a:pt x="1232" y="1178"/>
                    <a:pt x="1339" y="1117"/>
                  </a:cubicBezTo>
                  <a:cubicBezTo>
                    <a:pt x="1554" y="995"/>
                    <a:pt x="1673" y="749"/>
                    <a:pt x="1640" y="505"/>
                  </a:cubicBezTo>
                  <a:cubicBezTo>
                    <a:pt x="1597" y="211"/>
                    <a:pt x="1352" y="1"/>
                    <a:pt x="1065"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2" name="Google Shape;2762;p57"/>
            <p:cNvSpPr/>
            <p:nvPr/>
          </p:nvSpPr>
          <p:spPr>
            <a:xfrm>
              <a:off x="243658" y="2462900"/>
              <a:ext cx="177333" cy="474333"/>
            </a:xfrm>
            <a:custGeom>
              <a:avLst/>
              <a:gdLst/>
              <a:ahLst/>
              <a:cxnLst/>
              <a:rect l="l" t="t" r="r" b="b"/>
              <a:pathLst>
                <a:path w="3312" h="8859" extrusionOk="0">
                  <a:moveTo>
                    <a:pt x="3226" y="1"/>
                  </a:moveTo>
                  <a:cubicBezTo>
                    <a:pt x="3213" y="1"/>
                    <a:pt x="3201" y="9"/>
                    <a:pt x="3190" y="30"/>
                  </a:cubicBezTo>
                  <a:cubicBezTo>
                    <a:pt x="3177" y="54"/>
                    <a:pt x="3167" y="81"/>
                    <a:pt x="3156" y="104"/>
                  </a:cubicBezTo>
                  <a:cubicBezTo>
                    <a:pt x="2490" y="1413"/>
                    <a:pt x="2075" y="2893"/>
                    <a:pt x="1572" y="4267"/>
                  </a:cubicBezTo>
                  <a:cubicBezTo>
                    <a:pt x="1027" y="5755"/>
                    <a:pt x="561" y="7279"/>
                    <a:pt x="17" y="8762"/>
                  </a:cubicBezTo>
                  <a:cubicBezTo>
                    <a:pt x="0" y="8805"/>
                    <a:pt x="35" y="8859"/>
                    <a:pt x="68" y="8859"/>
                  </a:cubicBezTo>
                  <a:cubicBezTo>
                    <a:pt x="82" y="8859"/>
                    <a:pt x="96" y="8848"/>
                    <a:pt x="105" y="8823"/>
                  </a:cubicBezTo>
                  <a:cubicBezTo>
                    <a:pt x="653" y="7326"/>
                    <a:pt x="1284" y="5846"/>
                    <a:pt x="1835" y="4345"/>
                  </a:cubicBezTo>
                  <a:cubicBezTo>
                    <a:pt x="2339" y="2970"/>
                    <a:pt x="2971" y="1575"/>
                    <a:pt x="3309" y="145"/>
                  </a:cubicBezTo>
                  <a:lnTo>
                    <a:pt x="3309" y="135"/>
                  </a:lnTo>
                  <a:cubicBezTo>
                    <a:pt x="3311" y="89"/>
                    <a:pt x="3266" y="1"/>
                    <a:pt x="322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3" name="Google Shape;2763;p57"/>
            <p:cNvSpPr/>
            <p:nvPr/>
          </p:nvSpPr>
          <p:spPr>
            <a:xfrm>
              <a:off x="791194" y="2507394"/>
              <a:ext cx="78868" cy="434283"/>
            </a:xfrm>
            <a:custGeom>
              <a:avLst/>
              <a:gdLst/>
              <a:ahLst/>
              <a:cxnLst/>
              <a:rect l="l" t="t" r="r" b="b"/>
              <a:pathLst>
                <a:path w="1473" h="8111" extrusionOk="0">
                  <a:moveTo>
                    <a:pt x="208" y="1"/>
                  </a:moveTo>
                  <a:cubicBezTo>
                    <a:pt x="201" y="1"/>
                    <a:pt x="193" y="3"/>
                    <a:pt x="186" y="10"/>
                  </a:cubicBezTo>
                  <a:cubicBezTo>
                    <a:pt x="172" y="24"/>
                    <a:pt x="166" y="47"/>
                    <a:pt x="152" y="64"/>
                  </a:cubicBezTo>
                  <a:cubicBezTo>
                    <a:pt x="0" y="318"/>
                    <a:pt x="162" y="930"/>
                    <a:pt x="192" y="1166"/>
                  </a:cubicBezTo>
                  <a:cubicBezTo>
                    <a:pt x="290" y="1990"/>
                    <a:pt x="409" y="2812"/>
                    <a:pt x="537" y="3629"/>
                  </a:cubicBezTo>
                  <a:cubicBezTo>
                    <a:pt x="760" y="5096"/>
                    <a:pt x="892" y="6657"/>
                    <a:pt x="1368" y="8070"/>
                  </a:cubicBezTo>
                  <a:cubicBezTo>
                    <a:pt x="1379" y="8098"/>
                    <a:pt x="1399" y="8111"/>
                    <a:pt x="1418" y="8111"/>
                  </a:cubicBezTo>
                  <a:cubicBezTo>
                    <a:pt x="1429" y="8111"/>
                    <a:pt x="1440" y="8107"/>
                    <a:pt x="1449" y="8100"/>
                  </a:cubicBezTo>
                  <a:cubicBezTo>
                    <a:pt x="1463" y="8087"/>
                    <a:pt x="1473" y="8070"/>
                    <a:pt x="1473" y="8046"/>
                  </a:cubicBezTo>
                  <a:cubicBezTo>
                    <a:pt x="1426" y="6664"/>
                    <a:pt x="1101" y="5278"/>
                    <a:pt x="895" y="3913"/>
                  </a:cubicBezTo>
                  <a:cubicBezTo>
                    <a:pt x="760" y="3028"/>
                    <a:pt x="625" y="2143"/>
                    <a:pt x="493" y="1257"/>
                  </a:cubicBezTo>
                  <a:cubicBezTo>
                    <a:pt x="436" y="869"/>
                    <a:pt x="436" y="385"/>
                    <a:pt x="247" y="30"/>
                  </a:cubicBezTo>
                  <a:cubicBezTo>
                    <a:pt x="239" y="14"/>
                    <a:pt x="224" y="1"/>
                    <a:pt x="208"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4" name="Google Shape;2764;p57"/>
            <p:cNvSpPr/>
            <p:nvPr/>
          </p:nvSpPr>
          <p:spPr>
            <a:xfrm>
              <a:off x="-301523" y="2365398"/>
              <a:ext cx="379991" cy="306156"/>
            </a:xfrm>
            <a:custGeom>
              <a:avLst/>
              <a:gdLst/>
              <a:ahLst/>
              <a:cxnLst/>
              <a:rect l="l" t="t" r="r" b="b"/>
              <a:pathLst>
                <a:path w="7097" h="5718" extrusionOk="0">
                  <a:moveTo>
                    <a:pt x="7059" y="1"/>
                  </a:moveTo>
                  <a:cubicBezTo>
                    <a:pt x="7053" y="1"/>
                    <a:pt x="7047" y="3"/>
                    <a:pt x="7039" y="10"/>
                  </a:cubicBezTo>
                  <a:cubicBezTo>
                    <a:pt x="5941" y="922"/>
                    <a:pt x="4755" y="1760"/>
                    <a:pt x="3643" y="2666"/>
                  </a:cubicBezTo>
                  <a:cubicBezTo>
                    <a:pt x="2450" y="3639"/>
                    <a:pt x="1271" y="4673"/>
                    <a:pt x="34" y="5586"/>
                  </a:cubicBezTo>
                  <a:cubicBezTo>
                    <a:pt x="0" y="5609"/>
                    <a:pt x="0" y="5680"/>
                    <a:pt x="31" y="5707"/>
                  </a:cubicBezTo>
                  <a:cubicBezTo>
                    <a:pt x="37" y="5714"/>
                    <a:pt x="45" y="5717"/>
                    <a:pt x="55" y="5717"/>
                  </a:cubicBezTo>
                  <a:cubicBezTo>
                    <a:pt x="60" y="5717"/>
                    <a:pt x="65" y="5716"/>
                    <a:pt x="72" y="5714"/>
                  </a:cubicBezTo>
                  <a:cubicBezTo>
                    <a:pt x="1427" y="5146"/>
                    <a:pt x="2650" y="3862"/>
                    <a:pt x="3779" y="2946"/>
                  </a:cubicBezTo>
                  <a:cubicBezTo>
                    <a:pt x="4907" y="2030"/>
                    <a:pt x="5964" y="1030"/>
                    <a:pt x="7076" y="107"/>
                  </a:cubicBezTo>
                  <a:cubicBezTo>
                    <a:pt x="7097" y="91"/>
                    <a:pt x="7097" y="57"/>
                    <a:pt x="7090" y="33"/>
                  </a:cubicBezTo>
                  <a:cubicBezTo>
                    <a:pt x="7083" y="14"/>
                    <a:pt x="7073" y="1"/>
                    <a:pt x="7059"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765" name="Google Shape;2765;p57"/>
          <p:cNvGrpSpPr/>
          <p:nvPr/>
        </p:nvGrpSpPr>
        <p:grpSpPr>
          <a:xfrm>
            <a:off x="713222" y="3764704"/>
            <a:ext cx="976966" cy="613408"/>
            <a:chOff x="6925510" y="205316"/>
            <a:chExt cx="905688" cy="530354"/>
          </a:xfrm>
        </p:grpSpPr>
        <p:sp>
          <p:nvSpPr>
            <p:cNvPr id="2766" name="Google Shape;2766;p57"/>
            <p:cNvSpPr/>
            <p:nvPr/>
          </p:nvSpPr>
          <p:spPr>
            <a:xfrm>
              <a:off x="7093437" y="213374"/>
              <a:ext cx="568549" cy="515598"/>
            </a:xfrm>
            <a:custGeom>
              <a:avLst/>
              <a:gdLst/>
              <a:ahLst/>
              <a:cxnLst/>
              <a:rect l="l" t="t" r="r" b="b"/>
              <a:pathLst>
                <a:path w="12626" h="11775" extrusionOk="0">
                  <a:moveTo>
                    <a:pt x="6402" y="0"/>
                  </a:moveTo>
                  <a:cubicBezTo>
                    <a:pt x="3247" y="0"/>
                    <a:pt x="0" y="2876"/>
                    <a:pt x="0" y="6031"/>
                  </a:cubicBezTo>
                  <a:cubicBezTo>
                    <a:pt x="0" y="9187"/>
                    <a:pt x="3115" y="11775"/>
                    <a:pt x="6270" y="11775"/>
                  </a:cubicBezTo>
                  <a:cubicBezTo>
                    <a:pt x="9426" y="11775"/>
                    <a:pt x="12626" y="9028"/>
                    <a:pt x="12626" y="5874"/>
                  </a:cubicBezTo>
                  <a:cubicBezTo>
                    <a:pt x="12626" y="2717"/>
                    <a:pt x="9557" y="0"/>
                    <a:pt x="640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7" name="Google Shape;2767;p57"/>
            <p:cNvSpPr/>
            <p:nvPr/>
          </p:nvSpPr>
          <p:spPr>
            <a:xfrm>
              <a:off x="7077360" y="205316"/>
              <a:ext cx="624386" cy="530354"/>
            </a:xfrm>
            <a:custGeom>
              <a:avLst/>
              <a:gdLst/>
              <a:ahLst/>
              <a:cxnLst/>
              <a:rect l="l" t="t" r="r" b="b"/>
              <a:pathLst>
                <a:path w="13866" h="12112" extrusionOk="0">
                  <a:moveTo>
                    <a:pt x="6777" y="1"/>
                  </a:moveTo>
                  <a:cubicBezTo>
                    <a:pt x="6538" y="1"/>
                    <a:pt x="6299" y="14"/>
                    <a:pt x="6061" y="40"/>
                  </a:cubicBezTo>
                  <a:cubicBezTo>
                    <a:pt x="5899" y="59"/>
                    <a:pt x="5989" y="300"/>
                    <a:pt x="6113" y="312"/>
                  </a:cubicBezTo>
                  <a:cubicBezTo>
                    <a:pt x="8982" y="563"/>
                    <a:pt x="11936" y="1718"/>
                    <a:pt x="12620" y="4868"/>
                  </a:cubicBezTo>
                  <a:cubicBezTo>
                    <a:pt x="13326" y="8114"/>
                    <a:pt x="10901" y="11034"/>
                    <a:pt x="7741" y="11637"/>
                  </a:cubicBezTo>
                  <a:cubicBezTo>
                    <a:pt x="7365" y="11709"/>
                    <a:pt x="6985" y="11743"/>
                    <a:pt x="6606" y="11743"/>
                  </a:cubicBezTo>
                  <a:cubicBezTo>
                    <a:pt x="3778" y="11743"/>
                    <a:pt x="1014" y="9808"/>
                    <a:pt x="785" y="6834"/>
                  </a:cubicBezTo>
                  <a:cubicBezTo>
                    <a:pt x="555" y="3847"/>
                    <a:pt x="2656" y="811"/>
                    <a:pt x="5730" y="475"/>
                  </a:cubicBezTo>
                  <a:cubicBezTo>
                    <a:pt x="5862" y="460"/>
                    <a:pt x="5763" y="246"/>
                    <a:pt x="5659" y="244"/>
                  </a:cubicBezTo>
                  <a:cubicBezTo>
                    <a:pt x="5626" y="243"/>
                    <a:pt x="5594" y="243"/>
                    <a:pt x="5561" y="243"/>
                  </a:cubicBezTo>
                  <a:cubicBezTo>
                    <a:pt x="2938" y="243"/>
                    <a:pt x="740" y="2849"/>
                    <a:pt x="378" y="5296"/>
                  </a:cubicBezTo>
                  <a:cubicBezTo>
                    <a:pt x="1" y="7847"/>
                    <a:pt x="1097" y="10165"/>
                    <a:pt x="3417" y="11341"/>
                  </a:cubicBezTo>
                  <a:cubicBezTo>
                    <a:pt x="4440" y="11859"/>
                    <a:pt x="5511" y="12112"/>
                    <a:pt x="6571" y="12112"/>
                  </a:cubicBezTo>
                  <a:cubicBezTo>
                    <a:pt x="8042" y="12112"/>
                    <a:pt x="9492" y="11626"/>
                    <a:pt x="10766" y="10691"/>
                  </a:cubicBezTo>
                  <a:cubicBezTo>
                    <a:pt x="12937" y="9099"/>
                    <a:pt x="13866" y="6430"/>
                    <a:pt x="12822" y="3871"/>
                  </a:cubicBezTo>
                  <a:cubicBezTo>
                    <a:pt x="11847" y="1479"/>
                    <a:pt x="9317" y="1"/>
                    <a:pt x="677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8" name="Google Shape;2768;p57"/>
            <p:cNvSpPr/>
            <p:nvPr/>
          </p:nvSpPr>
          <p:spPr>
            <a:xfrm>
              <a:off x="6925510" y="360379"/>
              <a:ext cx="905688" cy="259660"/>
            </a:xfrm>
            <a:custGeom>
              <a:avLst/>
              <a:gdLst/>
              <a:ahLst/>
              <a:cxnLst/>
              <a:rect l="l" t="t" r="r" b="b"/>
              <a:pathLst>
                <a:path w="20113" h="5930" extrusionOk="0">
                  <a:moveTo>
                    <a:pt x="16657" y="1"/>
                  </a:moveTo>
                  <a:cubicBezTo>
                    <a:pt x="16439" y="1"/>
                    <a:pt x="16237" y="20"/>
                    <a:pt x="16067" y="60"/>
                  </a:cubicBezTo>
                  <a:cubicBezTo>
                    <a:pt x="15914" y="95"/>
                    <a:pt x="16073" y="324"/>
                    <a:pt x="16180" y="325"/>
                  </a:cubicBezTo>
                  <a:cubicBezTo>
                    <a:pt x="16845" y="330"/>
                    <a:pt x="19241" y="410"/>
                    <a:pt x="18563" y="1628"/>
                  </a:cubicBezTo>
                  <a:cubicBezTo>
                    <a:pt x="18243" y="2202"/>
                    <a:pt x="17451" y="2549"/>
                    <a:pt x="16881" y="2811"/>
                  </a:cubicBezTo>
                  <a:cubicBezTo>
                    <a:pt x="14924" y="3710"/>
                    <a:pt x="12785" y="4282"/>
                    <a:pt x="10682" y="4712"/>
                  </a:cubicBezTo>
                  <a:cubicBezTo>
                    <a:pt x="8818" y="5095"/>
                    <a:pt x="6905" y="5405"/>
                    <a:pt x="5006" y="5541"/>
                  </a:cubicBezTo>
                  <a:cubicBezTo>
                    <a:pt x="4909" y="5547"/>
                    <a:pt x="4759" y="5553"/>
                    <a:pt x="4576" y="5553"/>
                  </a:cubicBezTo>
                  <a:cubicBezTo>
                    <a:pt x="3425" y="5553"/>
                    <a:pt x="955" y="5349"/>
                    <a:pt x="1947" y="4098"/>
                  </a:cubicBezTo>
                  <a:cubicBezTo>
                    <a:pt x="2398" y="3528"/>
                    <a:pt x="3165" y="3113"/>
                    <a:pt x="3797" y="2785"/>
                  </a:cubicBezTo>
                  <a:cubicBezTo>
                    <a:pt x="3898" y="2733"/>
                    <a:pt x="3795" y="2553"/>
                    <a:pt x="3700" y="2553"/>
                  </a:cubicBezTo>
                  <a:cubicBezTo>
                    <a:pt x="3695" y="2553"/>
                    <a:pt x="3691" y="2554"/>
                    <a:pt x="3687" y="2554"/>
                  </a:cubicBezTo>
                  <a:cubicBezTo>
                    <a:pt x="2393" y="2794"/>
                    <a:pt x="1" y="4784"/>
                    <a:pt x="2166" y="5597"/>
                  </a:cubicBezTo>
                  <a:cubicBezTo>
                    <a:pt x="2830" y="5847"/>
                    <a:pt x="3527" y="5929"/>
                    <a:pt x="4229" y="5929"/>
                  </a:cubicBezTo>
                  <a:cubicBezTo>
                    <a:pt x="4872" y="5929"/>
                    <a:pt x="5520" y="5860"/>
                    <a:pt x="6151" y="5786"/>
                  </a:cubicBezTo>
                  <a:cubicBezTo>
                    <a:pt x="7890" y="5584"/>
                    <a:pt x="9624" y="5329"/>
                    <a:pt x="11337" y="4961"/>
                  </a:cubicBezTo>
                  <a:cubicBezTo>
                    <a:pt x="12763" y="4653"/>
                    <a:pt x="14174" y="4268"/>
                    <a:pt x="15547" y="3774"/>
                  </a:cubicBezTo>
                  <a:cubicBezTo>
                    <a:pt x="16593" y="3399"/>
                    <a:pt x="17822" y="2999"/>
                    <a:pt x="18648" y="2205"/>
                  </a:cubicBezTo>
                  <a:cubicBezTo>
                    <a:pt x="20112" y="800"/>
                    <a:pt x="18053" y="1"/>
                    <a:pt x="16657"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69" name="Google Shape;2769;p57"/>
            <p:cNvSpPr/>
            <p:nvPr/>
          </p:nvSpPr>
          <p:spPr>
            <a:xfrm>
              <a:off x="7368361" y="296401"/>
              <a:ext cx="63222" cy="55523"/>
            </a:xfrm>
            <a:custGeom>
              <a:avLst/>
              <a:gdLst/>
              <a:ahLst/>
              <a:cxnLst/>
              <a:rect l="l" t="t" r="r" b="b"/>
              <a:pathLst>
                <a:path w="1404" h="1268" extrusionOk="0">
                  <a:moveTo>
                    <a:pt x="853" y="427"/>
                  </a:moveTo>
                  <a:lnTo>
                    <a:pt x="853" y="427"/>
                  </a:lnTo>
                  <a:cubicBezTo>
                    <a:pt x="853" y="427"/>
                    <a:pt x="859" y="430"/>
                    <a:pt x="873" y="436"/>
                  </a:cubicBezTo>
                  <a:cubicBezTo>
                    <a:pt x="872" y="435"/>
                    <a:pt x="871" y="435"/>
                    <a:pt x="870" y="434"/>
                  </a:cubicBezTo>
                  <a:lnTo>
                    <a:pt x="870" y="434"/>
                  </a:lnTo>
                  <a:cubicBezTo>
                    <a:pt x="860" y="430"/>
                    <a:pt x="853" y="427"/>
                    <a:pt x="853" y="427"/>
                  </a:cubicBezTo>
                  <a:close/>
                  <a:moveTo>
                    <a:pt x="486" y="0"/>
                  </a:moveTo>
                  <a:cubicBezTo>
                    <a:pt x="213" y="0"/>
                    <a:pt x="1" y="394"/>
                    <a:pt x="25" y="636"/>
                  </a:cubicBezTo>
                  <a:cubicBezTo>
                    <a:pt x="60" y="1003"/>
                    <a:pt x="440" y="1243"/>
                    <a:pt x="781" y="1266"/>
                  </a:cubicBezTo>
                  <a:cubicBezTo>
                    <a:pt x="797" y="1267"/>
                    <a:pt x="812" y="1267"/>
                    <a:pt x="827" y="1267"/>
                  </a:cubicBezTo>
                  <a:cubicBezTo>
                    <a:pt x="1087" y="1267"/>
                    <a:pt x="1323" y="1108"/>
                    <a:pt x="1360" y="835"/>
                  </a:cubicBezTo>
                  <a:cubicBezTo>
                    <a:pt x="1404" y="523"/>
                    <a:pt x="1159" y="276"/>
                    <a:pt x="871" y="210"/>
                  </a:cubicBezTo>
                  <a:cubicBezTo>
                    <a:pt x="862" y="208"/>
                    <a:pt x="854" y="207"/>
                    <a:pt x="847" y="207"/>
                  </a:cubicBezTo>
                  <a:cubicBezTo>
                    <a:pt x="746" y="207"/>
                    <a:pt x="793" y="399"/>
                    <a:pt x="870" y="434"/>
                  </a:cubicBezTo>
                  <a:lnTo>
                    <a:pt x="870" y="434"/>
                  </a:lnTo>
                  <a:cubicBezTo>
                    <a:pt x="894" y="444"/>
                    <a:pt x="936" y="462"/>
                    <a:pt x="946" y="469"/>
                  </a:cubicBezTo>
                  <a:cubicBezTo>
                    <a:pt x="1003" y="507"/>
                    <a:pt x="1041" y="545"/>
                    <a:pt x="1061" y="612"/>
                  </a:cubicBezTo>
                  <a:cubicBezTo>
                    <a:pt x="1079" y="677"/>
                    <a:pt x="1070" y="747"/>
                    <a:pt x="1041" y="806"/>
                  </a:cubicBezTo>
                  <a:cubicBezTo>
                    <a:pt x="984" y="924"/>
                    <a:pt x="872" y="972"/>
                    <a:pt x="753" y="972"/>
                  </a:cubicBezTo>
                  <a:cubicBezTo>
                    <a:pt x="710" y="972"/>
                    <a:pt x="666" y="965"/>
                    <a:pt x="623" y="953"/>
                  </a:cubicBezTo>
                  <a:cubicBezTo>
                    <a:pt x="416" y="896"/>
                    <a:pt x="247" y="740"/>
                    <a:pt x="332" y="516"/>
                  </a:cubicBezTo>
                  <a:cubicBezTo>
                    <a:pt x="396" y="353"/>
                    <a:pt x="615" y="276"/>
                    <a:pt x="618" y="99"/>
                  </a:cubicBezTo>
                  <a:cubicBezTo>
                    <a:pt x="618" y="67"/>
                    <a:pt x="608" y="24"/>
                    <a:pt x="574" y="14"/>
                  </a:cubicBezTo>
                  <a:cubicBezTo>
                    <a:pt x="544" y="5"/>
                    <a:pt x="515" y="0"/>
                    <a:pt x="486"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0" name="Google Shape;2770;p57"/>
            <p:cNvSpPr/>
            <p:nvPr/>
          </p:nvSpPr>
          <p:spPr>
            <a:xfrm>
              <a:off x="7477926" y="310939"/>
              <a:ext cx="82855" cy="61609"/>
            </a:xfrm>
            <a:custGeom>
              <a:avLst/>
              <a:gdLst/>
              <a:ahLst/>
              <a:cxnLst/>
              <a:rect l="l" t="t" r="r" b="b"/>
              <a:pathLst>
                <a:path w="1840" h="1407" extrusionOk="0">
                  <a:moveTo>
                    <a:pt x="493" y="1"/>
                  </a:moveTo>
                  <a:cubicBezTo>
                    <a:pt x="211" y="1"/>
                    <a:pt x="0" y="306"/>
                    <a:pt x="28" y="579"/>
                  </a:cubicBezTo>
                  <a:cubicBezTo>
                    <a:pt x="59" y="897"/>
                    <a:pt x="297" y="1181"/>
                    <a:pt x="580" y="1314"/>
                  </a:cubicBezTo>
                  <a:cubicBezTo>
                    <a:pt x="706" y="1373"/>
                    <a:pt x="855" y="1406"/>
                    <a:pt x="1003" y="1406"/>
                  </a:cubicBezTo>
                  <a:cubicBezTo>
                    <a:pt x="1226" y="1406"/>
                    <a:pt x="1447" y="1331"/>
                    <a:pt x="1587" y="1157"/>
                  </a:cubicBezTo>
                  <a:cubicBezTo>
                    <a:pt x="1840" y="841"/>
                    <a:pt x="1576" y="383"/>
                    <a:pt x="1222" y="290"/>
                  </a:cubicBezTo>
                  <a:cubicBezTo>
                    <a:pt x="1216" y="288"/>
                    <a:pt x="1211" y="287"/>
                    <a:pt x="1206" y="287"/>
                  </a:cubicBezTo>
                  <a:cubicBezTo>
                    <a:pt x="1147" y="287"/>
                    <a:pt x="1170" y="407"/>
                    <a:pt x="1194" y="434"/>
                  </a:cubicBezTo>
                  <a:cubicBezTo>
                    <a:pt x="1298" y="551"/>
                    <a:pt x="1444" y="672"/>
                    <a:pt x="1392" y="845"/>
                  </a:cubicBezTo>
                  <a:cubicBezTo>
                    <a:pt x="1363" y="942"/>
                    <a:pt x="1279" y="1012"/>
                    <a:pt x="1193" y="1054"/>
                  </a:cubicBezTo>
                  <a:cubicBezTo>
                    <a:pt x="1109" y="1096"/>
                    <a:pt x="1014" y="1117"/>
                    <a:pt x="919" y="1117"/>
                  </a:cubicBezTo>
                  <a:cubicBezTo>
                    <a:pt x="765" y="1117"/>
                    <a:pt x="610" y="1064"/>
                    <a:pt x="496" y="966"/>
                  </a:cubicBezTo>
                  <a:cubicBezTo>
                    <a:pt x="366" y="853"/>
                    <a:pt x="264" y="666"/>
                    <a:pt x="315" y="491"/>
                  </a:cubicBezTo>
                  <a:cubicBezTo>
                    <a:pt x="368" y="303"/>
                    <a:pt x="567" y="308"/>
                    <a:pt x="650" y="166"/>
                  </a:cubicBezTo>
                  <a:cubicBezTo>
                    <a:pt x="679" y="116"/>
                    <a:pt x="664" y="33"/>
                    <a:pt x="603" y="16"/>
                  </a:cubicBezTo>
                  <a:cubicBezTo>
                    <a:pt x="565" y="6"/>
                    <a:pt x="528" y="1"/>
                    <a:pt x="493"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71" name="Google Shape;2771;p57"/>
            <p:cNvSpPr/>
            <p:nvPr/>
          </p:nvSpPr>
          <p:spPr>
            <a:xfrm>
              <a:off x="7504540" y="416781"/>
              <a:ext cx="57999" cy="46590"/>
            </a:xfrm>
            <a:custGeom>
              <a:avLst/>
              <a:gdLst/>
              <a:ahLst/>
              <a:cxnLst/>
              <a:rect l="l" t="t" r="r" b="b"/>
              <a:pathLst>
                <a:path w="1288" h="1064" extrusionOk="0">
                  <a:moveTo>
                    <a:pt x="371" y="0"/>
                  </a:moveTo>
                  <a:cubicBezTo>
                    <a:pt x="166" y="0"/>
                    <a:pt x="22" y="154"/>
                    <a:pt x="11" y="383"/>
                  </a:cubicBezTo>
                  <a:cubicBezTo>
                    <a:pt x="1" y="620"/>
                    <a:pt x="135" y="869"/>
                    <a:pt x="342" y="984"/>
                  </a:cubicBezTo>
                  <a:cubicBezTo>
                    <a:pt x="436" y="1037"/>
                    <a:pt x="550" y="1064"/>
                    <a:pt x="666" y="1064"/>
                  </a:cubicBezTo>
                  <a:cubicBezTo>
                    <a:pt x="826" y="1064"/>
                    <a:pt x="988" y="1011"/>
                    <a:pt x="1097" y="902"/>
                  </a:cubicBezTo>
                  <a:cubicBezTo>
                    <a:pt x="1288" y="711"/>
                    <a:pt x="1163" y="430"/>
                    <a:pt x="948" y="322"/>
                  </a:cubicBezTo>
                  <a:cubicBezTo>
                    <a:pt x="943" y="320"/>
                    <a:pt x="938" y="318"/>
                    <a:pt x="933" y="318"/>
                  </a:cubicBezTo>
                  <a:cubicBezTo>
                    <a:pt x="896" y="318"/>
                    <a:pt x="896" y="408"/>
                    <a:pt x="912" y="429"/>
                  </a:cubicBezTo>
                  <a:cubicBezTo>
                    <a:pt x="1046" y="605"/>
                    <a:pt x="962" y="725"/>
                    <a:pt x="768" y="786"/>
                  </a:cubicBezTo>
                  <a:cubicBezTo>
                    <a:pt x="711" y="804"/>
                    <a:pt x="648" y="815"/>
                    <a:pt x="585" y="815"/>
                  </a:cubicBezTo>
                  <a:cubicBezTo>
                    <a:pt x="491" y="815"/>
                    <a:pt x="398" y="791"/>
                    <a:pt x="329" y="729"/>
                  </a:cubicBezTo>
                  <a:cubicBezTo>
                    <a:pt x="103" y="527"/>
                    <a:pt x="218" y="201"/>
                    <a:pt x="490" y="134"/>
                  </a:cubicBezTo>
                  <a:cubicBezTo>
                    <a:pt x="531" y="124"/>
                    <a:pt x="525" y="25"/>
                    <a:pt x="486" y="16"/>
                  </a:cubicBezTo>
                  <a:cubicBezTo>
                    <a:pt x="446" y="5"/>
                    <a:pt x="408" y="0"/>
                    <a:pt x="371"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4000"/>
              <a:buFont typeface="Amatic SC"/>
              <a:buNone/>
              <a:defRPr sz="4000" b="1">
                <a:solidFill>
                  <a:schemeClr val="dk1"/>
                </a:solidFill>
                <a:latin typeface="Amatic SC"/>
                <a:ea typeface="Amatic SC"/>
                <a:cs typeface="Amatic SC"/>
                <a:sym typeface="Amatic SC"/>
              </a:defRPr>
            </a:lvl1pPr>
            <a:lvl2pPr lvl="1">
              <a:spcBef>
                <a:spcPts val="0"/>
              </a:spcBef>
              <a:spcAft>
                <a:spcPts val="0"/>
              </a:spcAft>
              <a:buClr>
                <a:schemeClr val="dk1"/>
              </a:buClr>
              <a:buSzPts val="2800"/>
              <a:buFont typeface="Amatic SC"/>
              <a:buNone/>
              <a:defRPr sz="2800" b="1">
                <a:solidFill>
                  <a:schemeClr val="dk1"/>
                </a:solidFill>
                <a:latin typeface="Amatic SC"/>
                <a:ea typeface="Amatic SC"/>
                <a:cs typeface="Amatic SC"/>
                <a:sym typeface="Amatic SC"/>
              </a:defRPr>
            </a:lvl2pPr>
            <a:lvl3pPr lvl="2">
              <a:spcBef>
                <a:spcPts val="0"/>
              </a:spcBef>
              <a:spcAft>
                <a:spcPts val="0"/>
              </a:spcAft>
              <a:buClr>
                <a:schemeClr val="dk1"/>
              </a:buClr>
              <a:buSzPts val="2800"/>
              <a:buFont typeface="Amatic SC"/>
              <a:buNone/>
              <a:defRPr sz="2800" b="1">
                <a:solidFill>
                  <a:schemeClr val="dk1"/>
                </a:solidFill>
                <a:latin typeface="Amatic SC"/>
                <a:ea typeface="Amatic SC"/>
                <a:cs typeface="Amatic SC"/>
                <a:sym typeface="Amatic SC"/>
              </a:defRPr>
            </a:lvl3pPr>
            <a:lvl4pPr lvl="3">
              <a:spcBef>
                <a:spcPts val="0"/>
              </a:spcBef>
              <a:spcAft>
                <a:spcPts val="0"/>
              </a:spcAft>
              <a:buClr>
                <a:schemeClr val="dk1"/>
              </a:buClr>
              <a:buSzPts val="2800"/>
              <a:buFont typeface="Amatic SC"/>
              <a:buNone/>
              <a:defRPr sz="2800" b="1">
                <a:solidFill>
                  <a:schemeClr val="dk1"/>
                </a:solidFill>
                <a:latin typeface="Amatic SC"/>
                <a:ea typeface="Amatic SC"/>
                <a:cs typeface="Amatic SC"/>
                <a:sym typeface="Amatic SC"/>
              </a:defRPr>
            </a:lvl4pPr>
            <a:lvl5pPr lvl="4">
              <a:spcBef>
                <a:spcPts val="0"/>
              </a:spcBef>
              <a:spcAft>
                <a:spcPts val="0"/>
              </a:spcAft>
              <a:buClr>
                <a:schemeClr val="dk1"/>
              </a:buClr>
              <a:buSzPts val="2800"/>
              <a:buFont typeface="Amatic SC"/>
              <a:buNone/>
              <a:defRPr sz="2800" b="1">
                <a:solidFill>
                  <a:schemeClr val="dk1"/>
                </a:solidFill>
                <a:latin typeface="Amatic SC"/>
                <a:ea typeface="Amatic SC"/>
                <a:cs typeface="Amatic SC"/>
                <a:sym typeface="Amatic SC"/>
              </a:defRPr>
            </a:lvl5pPr>
            <a:lvl6pPr lvl="5">
              <a:spcBef>
                <a:spcPts val="0"/>
              </a:spcBef>
              <a:spcAft>
                <a:spcPts val="0"/>
              </a:spcAft>
              <a:buClr>
                <a:schemeClr val="dk1"/>
              </a:buClr>
              <a:buSzPts val="2800"/>
              <a:buFont typeface="Amatic SC"/>
              <a:buNone/>
              <a:defRPr sz="2800" b="1">
                <a:solidFill>
                  <a:schemeClr val="dk1"/>
                </a:solidFill>
                <a:latin typeface="Amatic SC"/>
                <a:ea typeface="Amatic SC"/>
                <a:cs typeface="Amatic SC"/>
                <a:sym typeface="Amatic SC"/>
              </a:defRPr>
            </a:lvl6pPr>
            <a:lvl7pPr lvl="6">
              <a:spcBef>
                <a:spcPts val="0"/>
              </a:spcBef>
              <a:spcAft>
                <a:spcPts val="0"/>
              </a:spcAft>
              <a:buClr>
                <a:schemeClr val="dk1"/>
              </a:buClr>
              <a:buSzPts val="2800"/>
              <a:buFont typeface="Amatic SC"/>
              <a:buNone/>
              <a:defRPr sz="2800" b="1">
                <a:solidFill>
                  <a:schemeClr val="dk1"/>
                </a:solidFill>
                <a:latin typeface="Amatic SC"/>
                <a:ea typeface="Amatic SC"/>
                <a:cs typeface="Amatic SC"/>
                <a:sym typeface="Amatic SC"/>
              </a:defRPr>
            </a:lvl7pPr>
            <a:lvl8pPr lvl="7">
              <a:spcBef>
                <a:spcPts val="0"/>
              </a:spcBef>
              <a:spcAft>
                <a:spcPts val="0"/>
              </a:spcAft>
              <a:buClr>
                <a:schemeClr val="dk1"/>
              </a:buClr>
              <a:buSzPts val="2800"/>
              <a:buFont typeface="Amatic SC"/>
              <a:buNone/>
              <a:defRPr sz="2800" b="1">
                <a:solidFill>
                  <a:schemeClr val="dk1"/>
                </a:solidFill>
                <a:latin typeface="Amatic SC"/>
                <a:ea typeface="Amatic SC"/>
                <a:cs typeface="Amatic SC"/>
                <a:sym typeface="Amatic SC"/>
              </a:defRPr>
            </a:lvl8pPr>
            <a:lvl9pPr lvl="8">
              <a:spcBef>
                <a:spcPts val="0"/>
              </a:spcBef>
              <a:spcAft>
                <a:spcPts val="0"/>
              </a:spcAft>
              <a:buClr>
                <a:schemeClr val="dk1"/>
              </a:buClr>
              <a:buSzPts val="2800"/>
              <a:buFont typeface="Amatic SC"/>
              <a:buNone/>
              <a:defRPr sz="2800" b="1">
                <a:solidFill>
                  <a:schemeClr val="dk1"/>
                </a:solidFill>
                <a:latin typeface="Amatic SC"/>
                <a:ea typeface="Amatic SC"/>
                <a:cs typeface="Amatic SC"/>
                <a:sym typeface="Amatic SC"/>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00000"/>
              </a:lnSpc>
              <a:spcBef>
                <a:spcPts val="0"/>
              </a:spcBef>
              <a:spcAft>
                <a:spcPts val="0"/>
              </a:spcAft>
              <a:buClr>
                <a:schemeClr val="dk2"/>
              </a:buClr>
              <a:buSzPts val="1400"/>
              <a:buFont typeface="Didact Gothic"/>
              <a:buChar char="●"/>
              <a:defRPr>
                <a:solidFill>
                  <a:schemeClr val="dk2"/>
                </a:solidFill>
                <a:latin typeface="Didact Gothic"/>
                <a:ea typeface="Didact Gothic"/>
                <a:cs typeface="Didact Gothic"/>
                <a:sym typeface="Didact Gothic"/>
              </a:defRPr>
            </a:lvl1pPr>
            <a:lvl2pPr marL="914400" lvl="1" indent="-317500">
              <a:lnSpc>
                <a:spcPct val="100000"/>
              </a:lnSpc>
              <a:spcBef>
                <a:spcPts val="0"/>
              </a:spcBef>
              <a:spcAft>
                <a:spcPts val="0"/>
              </a:spcAft>
              <a:buClr>
                <a:schemeClr val="dk2"/>
              </a:buClr>
              <a:buSzPts val="1400"/>
              <a:buFont typeface="Didact Gothic"/>
              <a:buChar char="○"/>
              <a:defRPr>
                <a:solidFill>
                  <a:schemeClr val="dk2"/>
                </a:solidFill>
                <a:latin typeface="Didact Gothic"/>
                <a:ea typeface="Didact Gothic"/>
                <a:cs typeface="Didact Gothic"/>
                <a:sym typeface="Didact Gothic"/>
              </a:defRPr>
            </a:lvl2pPr>
            <a:lvl3pPr marL="1371600" lvl="2" indent="-317500">
              <a:lnSpc>
                <a:spcPct val="100000"/>
              </a:lnSpc>
              <a:spcBef>
                <a:spcPts val="0"/>
              </a:spcBef>
              <a:spcAft>
                <a:spcPts val="0"/>
              </a:spcAft>
              <a:buClr>
                <a:schemeClr val="dk2"/>
              </a:buClr>
              <a:buSzPts val="1400"/>
              <a:buFont typeface="Didact Gothic"/>
              <a:buChar char="■"/>
              <a:defRPr>
                <a:solidFill>
                  <a:schemeClr val="dk2"/>
                </a:solidFill>
                <a:latin typeface="Didact Gothic"/>
                <a:ea typeface="Didact Gothic"/>
                <a:cs typeface="Didact Gothic"/>
                <a:sym typeface="Didact Gothic"/>
              </a:defRPr>
            </a:lvl3pPr>
            <a:lvl4pPr marL="1828800" lvl="3" indent="-317500">
              <a:lnSpc>
                <a:spcPct val="100000"/>
              </a:lnSpc>
              <a:spcBef>
                <a:spcPts val="0"/>
              </a:spcBef>
              <a:spcAft>
                <a:spcPts val="0"/>
              </a:spcAft>
              <a:buClr>
                <a:schemeClr val="dk2"/>
              </a:buClr>
              <a:buSzPts val="1400"/>
              <a:buFont typeface="Didact Gothic"/>
              <a:buChar char="●"/>
              <a:defRPr>
                <a:solidFill>
                  <a:schemeClr val="dk2"/>
                </a:solidFill>
                <a:latin typeface="Didact Gothic"/>
                <a:ea typeface="Didact Gothic"/>
                <a:cs typeface="Didact Gothic"/>
                <a:sym typeface="Didact Gothic"/>
              </a:defRPr>
            </a:lvl4pPr>
            <a:lvl5pPr marL="2286000" lvl="4" indent="-317500">
              <a:lnSpc>
                <a:spcPct val="100000"/>
              </a:lnSpc>
              <a:spcBef>
                <a:spcPts val="0"/>
              </a:spcBef>
              <a:spcAft>
                <a:spcPts val="0"/>
              </a:spcAft>
              <a:buClr>
                <a:schemeClr val="dk2"/>
              </a:buClr>
              <a:buSzPts val="1400"/>
              <a:buFont typeface="Didact Gothic"/>
              <a:buChar char="○"/>
              <a:defRPr>
                <a:solidFill>
                  <a:schemeClr val="dk2"/>
                </a:solidFill>
                <a:latin typeface="Didact Gothic"/>
                <a:ea typeface="Didact Gothic"/>
                <a:cs typeface="Didact Gothic"/>
                <a:sym typeface="Didact Gothic"/>
              </a:defRPr>
            </a:lvl5pPr>
            <a:lvl6pPr marL="2743200" lvl="5" indent="-317500">
              <a:lnSpc>
                <a:spcPct val="100000"/>
              </a:lnSpc>
              <a:spcBef>
                <a:spcPts val="0"/>
              </a:spcBef>
              <a:spcAft>
                <a:spcPts val="0"/>
              </a:spcAft>
              <a:buClr>
                <a:schemeClr val="dk2"/>
              </a:buClr>
              <a:buSzPts val="1400"/>
              <a:buFont typeface="Didact Gothic"/>
              <a:buChar char="■"/>
              <a:defRPr>
                <a:solidFill>
                  <a:schemeClr val="dk2"/>
                </a:solidFill>
                <a:latin typeface="Didact Gothic"/>
                <a:ea typeface="Didact Gothic"/>
                <a:cs typeface="Didact Gothic"/>
                <a:sym typeface="Didact Gothic"/>
              </a:defRPr>
            </a:lvl6pPr>
            <a:lvl7pPr marL="3200400" lvl="6" indent="-317500">
              <a:lnSpc>
                <a:spcPct val="100000"/>
              </a:lnSpc>
              <a:spcBef>
                <a:spcPts val="0"/>
              </a:spcBef>
              <a:spcAft>
                <a:spcPts val="0"/>
              </a:spcAft>
              <a:buClr>
                <a:schemeClr val="dk2"/>
              </a:buClr>
              <a:buSzPts val="1400"/>
              <a:buFont typeface="Didact Gothic"/>
              <a:buChar char="●"/>
              <a:defRPr>
                <a:solidFill>
                  <a:schemeClr val="dk2"/>
                </a:solidFill>
                <a:latin typeface="Didact Gothic"/>
                <a:ea typeface="Didact Gothic"/>
                <a:cs typeface="Didact Gothic"/>
                <a:sym typeface="Didact Gothic"/>
              </a:defRPr>
            </a:lvl7pPr>
            <a:lvl8pPr marL="3657600" lvl="7" indent="-317500">
              <a:lnSpc>
                <a:spcPct val="100000"/>
              </a:lnSpc>
              <a:spcBef>
                <a:spcPts val="0"/>
              </a:spcBef>
              <a:spcAft>
                <a:spcPts val="0"/>
              </a:spcAft>
              <a:buClr>
                <a:schemeClr val="dk2"/>
              </a:buClr>
              <a:buSzPts val="1400"/>
              <a:buFont typeface="Didact Gothic"/>
              <a:buChar char="○"/>
              <a:defRPr>
                <a:solidFill>
                  <a:schemeClr val="dk2"/>
                </a:solidFill>
                <a:latin typeface="Didact Gothic"/>
                <a:ea typeface="Didact Gothic"/>
                <a:cs typeface="Didact Gothic"/>
                <a:sym typeface="Didact Gothic"/>
              </a:defRPr>
            </a:lvl8pPr>
            <a:lvl9pPr marL="4114800" lvl="8" indent="-317500">
              <a:lnSpc>
                <a:spcPct val="100000"/>
              </a:lnSpc>
              <a:spcBef>
                <a:spcPts val="0"/>
              </a:spcBef>
              <a:spcAft>
                <a:spcPts val="0"/>
              </a:spcAft>
              <a:buClr>
                <a:schemeClr val="dk2"/>
              </a:buClr>
              <a:buSzPts val="1400"/>
              <a:buFont typeface="Didact Gothic"/>
              <a:buChar char="■"/>
              <a:defRPr>
                <a:solidFill>
                  <a:schemeClr val="dk2"/>
                </a:solidFill>
                <a:latin typeface="Didact Gothic"/>
                <a:ea typeface="Didact Gothic"/>
                <a:cs typeface="Didact Gothic"/>
                <a:sym typeface="Didact Gothic"/>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5" r:id="rId2"/>
    <p:sldLayoutId id="2147483658" r:id="rId3"/>
    <p:sldLayoutId id="2147483701" r:id="rId4"/>
    <p:sldLayoutId id="2147483702" r:id="rId5"/>
    <p:sldLayoutId id="214748370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779"/>
        <p:cNvGrpSpPr/>
        <p:nvPr/>
      </p:nvGrpSpPr>
      <p:grpSpPr>
        <a:xfrm>
          <a:off x="0" y="0"/>
          <a:ext cx="0" cy="0"/>
          <a:chOff x="0" y="0"/>
          <a:chExt cx="0" cy="0"/>
        </a:xfrm>
      </p:grpSpPr>
      <p:sp>
        <p:nvSpPr>
          <p:cNvPr id="2780" name="Google Shape;2780;p60"/>
          <p:cNvSpPr txBox="1">
            <a:spLocks noGrp="1"/>
          </p:cNvSpPr>
          <p:nvPr>
            <p:ph type="ctrTitle"/>
          </p:nvPr>
        </p:nvSpPr>
        <p:spPr>
          <a:xfrm>
            <a:off x="2173650" y="1483160"/>
            <a:ext cx="4753800" cy="21060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sz="7200" dirty="0" smtClean="0"/>
              <a:t>Python</a:t>
            </a:r>
            <a:r>
              <a:rPr lang="en" sz="6000" dirty="0" smtClean="0"/>
              <a:t/>
            </a:r>
            <a:br>
              <a:rPr lang="en" sz="6000" dirty="0" smtClean="0"/>
            </a:br>
            <a:r>
              <a:rPr lang="en" sz="3200" dirty="0" smtClean="0"/>
              <a:t>week 9</a:t>
            </a:r>
            <a:endParaRPr sz="3200" dirty="0"/>
          </a:p>
        </p:txBody>
      </p:sp>
      <p:sp>
        <p:nvSpPr>
          <p:cNvPr id="2781" name="Google Shape;2781;p60"/>
          <p:cNvSpPr txBox="1">
            <a:spLocks noGrp="1"/>
          </p:cNvSpPr>
          <p:nvPr>
            <p:ph type="subTitle" idx="1"/>
          </p:nvPr>
        </p:nvSpPr>
        <p:spPr>
          <a:xfrm>
            <a:off x="2646600" y="3508675"/>
            <a:ext cx="3807900" cy="5058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dirty="0" smtClean="0"/>
              <a:t>Canberra Chinese School Sem2</a:t>
            </a:r>
            <a:endParaRPr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5" name="Google Shape;2972;p67"/>
          <p:cNvSpPr txBox="1">
            <a:spLocks noGrp="1"/>
          </p:cNvSpPr>
          <p:nvPr>
            <p:ph type="title"/>
          </p:nvPr>
        </p:nvSpPr>
        <p:spPr>
          <a:xfrm>
            <a:off x="373054" y="0"/>
            <a:ext cx="8034026" cy="1325100"/>
          </a:xfrm>
          <a:prstGeom prst="rect">
            <a:avLst/>
          </a:prstGeom>
        </p:spPr>
        <p:txBody>
          <a:bodyPr spcFirstLastPara="1" wrap="square" lIns="91425" tIns="91425" rIns="91425" bIns="91425" anchor="t" anchorCtr="0">
            <a:noAutofit/>
          </a:bodyPr>
          <a:lstStyle/>
          <a:p>
            <a:pPr lvl="0"/>
            <a:r>
              <a:rPr lang="en-US" sz="4000" dirty="0"/>
              <a:t>Mini game 1</a:t>
            </a:r>
            <a:endParaRPr sz="1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297" y="1626500"/>
            <a:ext cx="5926560" cy="1577946"/>
          </a:xfrm>
          <a:prstGeom prst="rect">
            <a:avLst/>
          </a:prstGeom>
        </p:spPr>
      </p:pic>
      <p:sp>
        <p:nvSpPr>
          <p:cNvPr id="7" name="Google Shape;3209;p76"/>
          <p:cNvSpPr txBox="1">
            <a:spLocks/>
          </p:cNvSpPr>
          <p:nvPr/>
        </p:nvSpPr>
        <p:spPr>
          <a:xfrm>
            <a:off x="2315210" y="3499145"/>
            <a:ext cx="6229432" cy="1569863"/>
          </a:xfrm>
          <a:prstGeom prst="rect">
            <a:avLst/>
          </a:prstGeom>
          <a:noFill/>
          <a:ln w="31750">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1pPr>
            <a:lvl2pPr marL="914400" marR="0" lvl="1"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2pPr>
            <a:lvl3pPr marL="1371600" marR="0" lvl="2"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3pPr>
            <a:lvl4pPr marL="1828800" marR="0" lvl="3"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4pPr>
            <a:lvl5pPr marL="2286000" marR="0" lvl="4"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5pPr>
            <a:lvl6pPr marL="2743200" marR="0" lvl="5"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6pPr>
            <a:lvl7pPr marL="3200400" marR="0" lvl="6"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7pPr>
            <a:lvl8pPr marL="3657600" marR="0" lvl="7"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8pPr>
            <a:lvl9pPr marL="4114800" marR="0" lvl="8"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9pPr>
          </a:lstStyle>
          <a:p>
            <a:pPr marL="0" indent="0" algn="l">
              <a:spcAft>
                <a:spcPts val="1200"/>
              </a:spcAft>
            </a:pPr>
            <a:endParaRPr lang="en-AU" sz="2000" dirty="0" smtClean="0">
              <a:solidFill>
                <a:schemeClr val="tx1"/>
              </a:solidFill>
            </a:endParaRPr>
          </a:p>
        </p:txBody>
      </p:sp>
      <p:sp>
        <p:nvSpPr>
          <p:cNvPr id="6" name="Google Shape;3209;p76"/>
          <p:cNvSpPr txBox="1">
            <a:spLocks noGrp="1"/>
          </p:cNvSpPr>
          <p:nvPr>
            <p:ph type="subTitle" idx="1"/>
          </p:nvPr>
        </p:nvSpPr>
        <p:spPr>
          <a:xfrm>
            <a:off x="1458560" y="1373954"/>
            <a:ext cx="6078034" cy="3214230"/>
          </a:xfrm>
          <a:prstGeom prst="rect">
            <a:avLst/>
          </a:prstGeom>
          <a:ln w="31750">
            <a:solidFill>
              <a:schemeClr val="tx1"/>
            </a:solidFill>
          </a:ln>
        </p:spPr>
        <p:txBody>
          <a:bodyPr spcFirstLastPara="1" wrap="square" lIns="91425" tIns="91425" rIns="91425" bIns="91425" anchor="t" anchorCtr="0">
            <a:noAutofit/>
          </a:bodyPr>
          <a:lstStyle/>
          <a:p>
            <a:pPr marL="0" lvl="0" indent="0" algn="l">
              <a:spcAft>
                <a:spcPts val="1200"/>
              </a:spcAft>
            </a:pPr>
            <a:r>
              <a:rPr lang="en-US" altLang="zh-CN" sz="1800" dirty="0" smtClean="0">
                <a:solidFill>
                  <a:schemeClr val="tx1"/>
                </a:solidFill>
              </a:rPr>
              <a:t>Dice Game</a:t>
            </a:r>
          </a:p>
          <a:p>
            <a:pPr marL="0" lvl="0" indent="0" algn="l">
              <a:spcAft>
                <a:spcPts val="1200"/>
              </a:spcAft>
            </a:pPr>
            <a:endParaRPr lang="en-US" altLang="zh-CN" sz="1800" dirty="0">
              <a:solidFill>
                <a:schemeClr val="tx1"/>
              </a:solidFill>
            </a:endParaRPr>
          </a:p>
          <a:p>
            <a:pPr marL="0" lvl="0" indent="0" algn="l">
              <a:spcAft>
                <a:spcPts val="1200"/>
              </a:spcAft>
            </a:pPr>
            <a:r>
              <a:rPr lang="en-US" altLang="zh-CN" sz="1800" dirty="0" smtClean="0">
                <a:solidFill>
                  <a:schemeClr val="tx1"/>
                </a:solidFill>
              </a:rPr>
              <a:t>A die is rolled. You can keep rolling it to add to your score, but you lose everything if you roll a 1.</a:t>
            </a:r>
          </a:p>
        </p:txBody>
      </p:sp>
    </p:spTree>
    <p:extLst>
      <p:ext uri="{BB962C8B-B14F-4D97-AF65-F5344CB8AC3E}">
        <p14:creationId xmlns:p14="http://schemas.microsoft.com/office/powerpoint/2010/main" val="4019780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p:tgtEl>
                                          <p:spTgt spid="5"/>
                                        </p:tgtEl>
                                        <p:attrNameLst>
                                          <p:attrName>ppt_w</p:attrName>
                                        </p:attrNameLst>
                                      </p:cBhvr>
                                      <p:tavLst>
                                        <p:tav tm="0">
                                          <p:val>
                                            <p:strVal val="0"/>
                                          </p:val>
                                        </p:tav>
                                        <p:tav tm="100000">
                                          <p:val>
                                            <p:strVal val="#ppt_w"/>
                                          </p:val>
                                        </p:tav>
                                      </p:tavLst>
                                    </p:anim>
                                    <p:anim calcmode="lin" valueType="num">
                                      <p:cBhvr additive="base">
                                        <p:cTn id="8" dur="600"/>
                                        <p:tgtEl>
                                          <p:spTgt spid="5"/>
                                        </p:tgtEl>
                                        <p:attrNameLst>
                                          <p:attrName>ppt_h</p:attrName>
                                        </p:attrNameLst>
                                      </p:cBhvr>
                                      <p:tavLst>
                                        <p:tav tm="0">
                                          <p:val>
                                            <p:strVal val="0"/>
                                          </p:val>
                                        </p:tav>
                                        <p:tav tm="100000">
                                          <p:val>
                                            <p:strVal val="#ppt_h"/>
                                          </p:val>
                                        </p:tav>
                                      </p:tavLst>
                                    </p:anim>
                                  </p:childTnLst>
                                </p:cTn>
                              </p:par>
                            </p:childTnLst>
                          </p:cTn>
                        </p:par>
                        <p:par>
                          <p:cTn id="9" fill="hold">
                            <p:stCondLst>
                              <p:cond delay="600"/>
                            </p:stCondLst>
                            <p:childTnLst>
                              <p:par>
                                <p:cTn id="10" presetID="10"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p:stCondLst>
                              <p:cond delay="16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5" name="Google Shape;2972;p67"/>
          <p:cNvSpPr txBox="1">
            <a:spLocks noGrp="1"/>
          </p:cNvSpPr>
          <p:nvPr>
            <p:ph type="title"/>
          </p:nvPr>
        </p:nvSpPr>
        <p:spPr>
          <a:xfrm>
            <a:off x="373054" y="0"/>
            <a:ext cx="8034026" cy="1325100"/>
          </a:xfrm>
          <a:prstGeom prst="rect">
            <a:avLst/>
          </a:prstGeom>
        </p:spPr>
        <p:txBody>
          <a:bodyPr spcFirstLastPara="1" wrap="square" lIns="91425" tIns="91425" rIns="91425" bIns="91425" anchor="t" anchorCtr="0">
            <a:noAutofit/>
          </a:bodyPr>
          <a:lstStyle/>
          <a:p>
            <a:pPr lvl="0"/>
            <a:r>
              <a:rPr lang="en-US" sz="4000" dirty="0"/>
              <a:t>Mini game 1</a:t>
            </a:r>
            <a:endParaRPr sz="1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297" y="1626500"/>
            <a:ext cx="5926560" cy="1577946"/>
          </a:xfrm>
          <a:prstGeom prst="rect">
            <a:avLst/>
          </a:prstGeom>
        </p:spPr>
      </p:pic>
      <p:sp>
        <p:nvSpPr>
          <p:cNvPr id="7" name="Google Shape;3209;p76"/>
          <p:cNvSpPr txBox="1">
            <a:spLocks/>
          </p:cNvSpPr>
          <p:nvPr/>
        </p:nvSpPr>
        <p:spPr>
          <a:xfrm>
            <a:off x="2315210" y="3499145"/>
            <a:ext cx="6229432" cy="1569863"/>
          </a:xfrm>
          <a:prstGeom prst="rect">
            <a:avLst/>
          </a:prstGeom>
          <a:noFill/>
          <a:ln w="31750">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1pPr>
            <a:lvl2pPr marL="914400" marR="0" lvl="1"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2pPr>
            <a:lvl3pPr marL="1371600" marR="0" lvl="2"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3pPr>
            <a:lvl4pPr marL="1828800" marR="0" lvl="3"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4pPr>
            <a:lvl5pPr marL="2286000" marR="0" lvl="4"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5pPr>
            <a:lvl6pPr marL="2743200" marR="0" lvl="5"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6pPr>
            <a:lvl7pPr marL="3200400" marR="0" lvl="6"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7pPr>
            <a:lvl8pPr marL="3657600" marR="0" lvl="7"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8pPr>
            <a:lvl9pPr marL="4114800" marR="0" lvl="8"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9pPr>
          </a:lstStyle>
          <a:p>
            <a:pPr marL="0" indent="0" algn="l">
              <a:spcAft>
                <a:spcPts val="1200"/>
              </a:spcAft>
            </a:pPr>
            <a:endParaRPr lang="en-AU" sz="2000" dirty="0" smtClean="0">
              <a:solidFill>
                <a:schemeClr val="tx1"/>
              </a:solidFill>
            </a:endParaRPr>
          </a:p>
        </p:txBody>
      </p:sp>
      <p:sp>
        <p:nvSpPr>
          <p:cNvPr id="6" name="Google Shape;3209;p76"/>
          <p:cNvSpPr txBox="1">
            <a:spLocks noGrp="1"/>
          </p:cNvSpPr>
          <p:nvPr>
            <p:ph type="subTitle" idx="1"/>
          </p:nvPr>
        </p:nvSpPr>
        <p:spPr>
          <a:xfrm>
            <a:off x="1458560" y="1373954"/>
            <a:ext cx="6078034" cy="3214230"/>
          </a:xfrm>
          <a:prstGeom prst="rect">
            <a:avLst/>
          </a:prstGeom>
          <a:ln w="31750">
            <a:solidFill>
              <a:schemeClr val="tx1"/>
            </a:solidFill>
          </a:ln>
        </p:spPr>
        <p:txBody>
          <a:bodyPr spcFirstLastPara="1" wrap="square" lIns="91425" tIns="91425" rIns="91425" bIns="91425" anchor="t" anchorCtr="0">
            <a:noAutofit/>
          </a:bodyPr>
          <a:lstStyle/>
          <a:p>
            <a:pPr marL="0" lvl="0" indent="0" algn="l">
              <a:spcAft>
                <a:spcPts val="1200"/>
              </a:spcAft>
            </a:pPr>
            <a:r>
              <a:rPr lang="en-US" altLang="zh-CN" sz="1800" dirty="0" smtClean="0">
                <a:solidFill>
                  <a:schemeClr val="tx1"/>
                </a:solidFill>
              </a:rPr>
              <a:t>We can start off by defining the die.</a:t>
            </a:r>
            <a:endParaRPr lang="en-US" altLang="zh-CN" sz="1800" dirty="0" smtClean="0">
              <a:solidFill>
                <a:schemeClr val="tx1"/>
              </a:solidFill>
            </a:endParaRPr>
          </a:p>
        </p:txBody>
      </p:sp>
      <p:pic>
        <p:nvPicPr>
          <p:cNvPr id="2" name="Picture 1"/>
          <p:cNvPicPr>
            <a:picLocks noChangeAspect="1"/>
          </p:cNvPicPr>
          <p:nvPr/>
        </p:nvPicPr>
        <p:blipFill>
          <a:blip r:embed="rId4"/>
          <a:stretch>
            <a:fillRect/>
          </a:stretch>
        </p:blipFill>
        <p:spPr>
          <a:xfrm>
            <a:off x="1677783" y="2092244"/>
            <a:ext cx="5639587" cy="1962424"/>
          </a:xfrm>
          <a:prstGeom prst="rect">
            <a:avLst/>
          </a:prstGeom>
        </p:spPr>
      </p:pic>
    </p:spTree>
    <p:extLst>
      <p:ext uri="{BB962C8B-B14F-4D97-AF65-F5344CB8AC3E}">
        <p14:creationId xmlns:p14="http://schemas.microsoft.com/office/powerpoint/2010/main" val="2899042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p:tgtEl>
                                          <p:spTgt spid="5"/>
                                        </p:tgtEl>
                                        <p:attrNameLst>
                                          <p:attrName>ppt_w</p:attrName>
                                        </p:attrNameLst>
                                      </p:cBhvr>
                                      <p:tavLst>
                                        <p:tav tm="0">
                                          <p:val>
                                            <p:strVal val="0"/>
                                          </p:val>
                                        </p:tav>
                                        <p:tav tm="100000">
                                          <p:val>
                                            <p:strVal val="#ppt_w"/>
                                          </p:val>
                                        </p:tav>
                                      </p:tavLst>
                                    </p:anim>
                                    <p:anim calcmode="lin" valueType="num">
                                      <p:cBhvr additive="base">
                                        <p:cTn id="8" dur="600"/>
                                        <p:tgtEl>
                                          <p:spTgt spid="5"/>
                                        </p:tgtEl>
                                        <p:attrNameLst>
                                          <p:attrName>ppt_h</p:attrName>
                                        </p:attrNameLst>
                                      </p:cBhvr>
                                      <p:tavLst>
                                        <p:tav tm="0">
                                          <p:val>
                                            <p:strVal val="0"/>
                                          </p:val>
                                        </p:tav>
                                        <p:tav tm="100000">
                                          <p:val>
                                            <p:strVal val="#ppt_h"/>
                                          </p:val>
                                        </p:tav>
                                      </p:tavLst>
                                    </p:anim>
                                  </p:childTnLst>
                                </p:cTn>
                              </p:par>
                            </p:childTnLst>
                          </p:cTn>
                        </p:par>
                        <p:par>
                          <p:cTn id="9" fill="hold">
                            <p:stCondLst>
                              <p:cond delay="600"/>
                            </p:stCondLst>
                            <p:childTnLst>
                              <p:par>
                                <p:cTn id="10" presetID="10"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p:stCondLst>
                              <p:cond delay="16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5" name="Google Shape;2972;p67"/>
          <p:cNvSpPr txBox="1">
            <a:spLocks noGrp="1"/>
          </p:cNvSpPr>
          <p:nvPr>
            <p:ph type="title"/>
          </p:nvPr>
        </p:nvSpPr>
        <p:spPr>
          <a:xfrm>
            <a:off x="373054" y="0"/>
            <a:ext cx="8034026" cy="1325100"/>
          </a:xfrm>
          <a:prstGeom prst="rect">
            <a:avLst/>
          </a:prstGeom>
        </p:spPr>
        <p:txBody>
          <a:bodyPr spcFirstLastPara="1" wrap="square" lIns="91425" tIns="91425" rIns="91425" bIns="91425" anchor="t" anchorCtr="0">
            <a:noAutofit/>
          </a:bodyPr>
          <a:lstStyle/>
          <a:p>
            <a:pPr lvl="0"/>
            <a:r>
              <a:rPr lang="en-US" sz="4000" dirty="0"/>
              <a:t>Mini game 1</a:t>
            </a:r>
            <a:endParaRPr sz="1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297" y="1626500"/>
            <a:ext cx="5926560" cy="1577946"/>
          </a:xfrm>
          <a:prstGeom prst="rect">
            <a:avLst/>
          </a:prstGeom>
        </p:spPr>
      </p:pic>
      <p:sp>
        <p:nvSpPr>
          <p:cNvPr id="7" name="Google Shape;3209;p76"/>
          <p:cNvSpPr txBox="1">
            <a:spLocks/>
          </p:cNvSpPr>
          <p:nvPr/>
        </p:nvSpPr>
        <p:spPr>
          <a:xfrm>
            <a:off x="2315210" y="3499145"/>
            <a:ext cx="6229432" cy="1569863"/>
          </a:xfrm>
          <a:prstGeom prst="rect">
            <a:avLst/>
          </a:prstGeom>
          <a:noFill/>
          <a:ln w="31750">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1pPr>
            <a:lvl2pPr marL="914400" marR="0" lvl="1"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2pPr>
            <a:lvl3pPr marL="1371600" marR="0" lvl="2"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3pPr>
            <a:lvl4pPr marL="1828800" marR="0" lvl="3"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4pPr>
            <a:lvl5pPr marL="2286000" marR="0" lvl="4"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5pPr>
            <a:lvl6pPr marL="2743200" marR="0" lvl="5"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6pPr>
            <a:lvl7pPr marL="3200400" marR="0" lvl="6"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7pPr>
            <a:lvl8pPr marL="3657600" marR="0" lvl="7"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8pPr>
            <a:lvl9pPr marL="4114800" marR="0" lvl="8"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9pPr>
          </a:lstStyle>
          <a:p>
            <a:pPr marL="0" indent="0" algn="l">
              <a:spcAft>
                <a:spcPts val="1200"/>
              </a:spcAft>
            </a:pPr>
            <a:endParaRPr lang="en-AU" sz="2000" dirty="0" smtClean="0">
              <a:solidFill>
                <a:schemeClr val="tx1"/>
              </a:solidFill>
            </a:endParaRPr>
          </a:p>
        </p:txBody>
      </p:sp>
      <p:sp>
        <p:nvSpPr>
          <p:cNvPr id="6" name="Google Shape;3209;p76"/>
          <p:cNvSpPr txBox="1">
            <a:spLocks noGrp="1"/>
          </p:cNvSpPr>
          <p:nvPr>
            <p:ph type="subTitle" idx="1"/>
          </p:nvPr>
        </p:nvSpPr>
        <p:spPr>
          <a:xfrm>
            <a:off x="1458560" y="1373954"/>
            <a:ext cx="6078034" cy="3214230"/>
          </a:xfrm>
          <a:prstGeom prst="rect">
            <a:avLst/>
          </a:prstGeom>
          <a:ln w="31750">
            <a:solidFill>
              <a:schemeClr val="tx1"/>
            </a:solidFill>
          </a:ln>
        </p:spPr>
        <p:txBody>
          <a:bodyPr spcFirstLastPara="1" wrap="square" lIns="91425" tIns="91425" rIns="91425" bIns="91425" anchor="t" anchorCtr="0">
            <a:noAutofit/>
          </a:bodyPr>
          <a:lstStyle/>
          <a:p>
            <a:pPr marL="0" lvl="0" indent="0" algn="l">
              <a:spcAft>
                <a:spcPts val="1200"/>
              </a:spcAft>
            </a:pPr>
            <a:r>
              <a:rPr lang="en-US" altLang="zh-CN" sz="1800" dirty="0" smtClean="0">
                <a:solidFill>
                  <a:schemeClr val="tx1"/>
                </a:solidFill>
              </a:rPr>
              <a:t>Let’s write down the logics.</a:t>
            </a:r>
            <a:endParaRPr lang="en-US" altLang="zh-CN" sz="1800" dirty="0" smtClean="0">
              <a:solidFill>
                <a:schemeClr val="tx1"/>
              </a:solidFill>
            </a:endParaRPr>
          </a:p>
        </p:txBody>
      </p:sp>
      <p:pic>
        <p:nvPicPr>
          <p:cNvPr id="4" name="Picture 3"/>
          <p:cNvPicPr>
            <a:picLocks noChangeAspect="1"/>
          </p:cNvPicPr>
          <p:nvPr/>
        </p:nvPicPr>
        <p:blipFill>
          <a:blip r:embed="rId4"/>
          <a:stretch>
            <a:fillRect/>
          </a:stretch>
        </p:blipFill>
        <p:spPr>
          <a:xfrm>
            <a:off x="1824607" y="1782999"/>
            <a:ext cx="4357708" cy="2651737"/>
          </a:xfrm>
          <a:prstGeom prst="rect">
            <a:avLst/>
          </a:prstGeom>
        </p:spPr>
      </p:pic>
    </p:spTree>
    <p:extLst>
      <p:ext uri="{BB962C8B-B14F-4D97-AF65-F5344CB8AC3E}">
        <p14:creationId xmlns:p14="http://schemas.microsoft.com/office/powerpoint/2010/main" val="438897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p:tgtEl>
                                          <p:spTgt spid="5"/>
                                        </p:tgtEl>
                                        <p:attrNameLst>
                                          <p:attrName>ppt_w</p:attrName>
                                        </p:attrNameLst>
                                      </p:cBhvr>
                                      <p:tavLst>
                                        <p:tav tm="0">
                                          <p:val>
                                            <p:strVal val="0"/>
                                          </p:val>
                                        </p:tav>
                                        <p:tav tm="100000">
                                          <p:val>
                                            <p:strVal val="#ppt_w"/>
                                          </p:val>
                                        </p:tav>
                                      </p:tavLst>
                                    </p:anim>
                                    <p:anim calcmode="lin" valueType="num">
                                      <p:cBhvr additive="base">
                                        <p:cTn id="8" dur="600"/>
                                        <p:tgtEl>
                                          <p:spTgt spid="5"/>
                                        </p:tgtEl>
                                        <p:attrNameLst>
                                          <p:attrName>ppt_h</p:attrName>
                                        </p:attrNameLst>
                                      </p:cBhvr>
                                      <p:tavLst>
                                        <p:tav tm="0">
                                          <p:val>
                                            <p:strVal val="0"/>
                                          </p:val>
                                        </p:tav>
                                        <p:tav tm="100000">
                                          <p:val>
                                            <p:strVal val="#ppt_h"/>
                                          </p:val>
                                        </p:tav>
                                      </p:tavLst>
                                    </p:anim>
                                  </p:childTnLst>
                                </p:cTn>
                              </p:par>
                            </p:childTnLst>
                          </p:cTn>
                        </p:par>
                        <p:par>
                          <p:cTn id="9" fill="hold">
                            <p:stCondLst>
                              <p:cond delay="600"/>
                            </p:stCondLst>
                            <p:childTnLst>
                              <p:par>
                                <p:cTn id="10" presetID="10"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p:stCondLst>
                              <p:cond delay="16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5" name="Google Shape;2972;p67"/>
          <p:cNvSpPr txBox="1">
            <a:spLocks noGrp="1"/>
          </p:cNvSpPr>
          <p:nvPr>
            <p:ph type="title"/>
          </p:nvPr>
        </p:nvSpPr>
        <p:spPr>
          <a:xfrm>
            <a:off x="373054" y="0"/>
            <a:ext cx="8034026" cy="1325100"/>
          </a:xfrm>
          <a:prstGeom prst="rect">
            <a:avLst/>
          </a:prstGeom>
        </p:spPr>
        <p:txBody>
          <a:bodyPr spcFirstLastPara="1" wrap="square" lIns="91425" tIns="91425" rIns="91425" bIns="91425" anchor="t" anchorCtr="0">
            <a:noAutofit/>
          </a:bodyPr>
          <a:lstStyle/>
          <a:p>
            <a:pPr lvl="0"/>
            <a:r>
              <a:rPr lang="en-US" sz="4000" dirty="0"/>
              <a:t>Mini game 1</a:t>
            </a:r>
            <a:endParaRPr sz="1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297" y="1626500"/>
            <a:ext cx="5926560" cy="1577946"/>
          </a:xfrm>
          <a:prstGeom prst="rect">
            <a:avLst/>
          </a:prstGeom>
        </p:spPr>
      </p:pic>
      <p:sp>
        <p:nvSpPr>
          <p:cNvPr id="7" name="Google Shape;3209;p76"/>
          <p:cNvSpPr txBox="1">
            <a:spLocks/>
          </p:cNvSpPr>
          <p:nvPr/>
        </p:nvSpPr>
        <p:spPr>
          <a:xfrm>
            <a:off x="2315210" y="3499145"/>
            <a:ext cx="6229432" cy="1569863"/>
          </a:xfrm>
          <a:prstGeom prst="rect">
            <a:avLst/>
          </a:prstGeom>
          <a:noFill/>
          <a:ln w="31750">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1pPr>
            <a:lvl2pPr marL="914400" marR="0" lvl="1"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2pPr>
            <a:lvl3pPr marL="1371600" marR="0" lvl="2"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3pPr>
            <a:lvl4pPr marL="1828800" marR="0" lvl="3"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4pPr>
            <a:lvl5pPr marL="2286000" marR="0" lvl="4"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5pPr>
            <a:lvl6pPr marL="2743200" marR="0" lvl="5"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6pPr>
            <a:lvl7pPr marL="3200400" marR="0" lvl="6"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7pPr>
            <a:lvl8pPr marL="3657600" marR="0" lvl="7"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8pPr>
            <a:lvl9pPr marL="4114800" marR="0" lvl="8"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9pPr>
          </a:lstStyle>
          <a:p>
            <a:pPr marL="0" indent="0" algn="l">
              <a:spcAft>
                <a:spcPts val="1200"/>
              </a:spcAft>
            </a:pPr>
            <a:endParaRPr lang="en-AU" sz="2000" dirty="0" smtClean="0">
              <a:solidFill>
                <a:schemeClr val="tx1"/>
              </a:solidFill>
            </a:endParaRPr>
          </a:p>
        </p:txBody>
      </p:sp>
      <p:sp>
        <p:nvSpPr>
          <p:cNvPr id="6" name="Google Shape;3209;p76"/>
          <p:cNvSpPr txBox="1">
            <a:spLocks noGrp="1"/>
          </p:cNvSpPr>
          <p:nvPr>
            <p:ph type="subTitle" idx="1"/>
          </p:nvPr>
        </p:nvSpPr>
        <p:spPr>
          <a:xfrm>
            <a:off x="1458560" y="1373954"/>
            <a:ext cx="6078034" cy="3214230"/>
          </a:xfrm>
          <a:prstGeom prst="rect">
            <a:avLst/>
          </a:prstGeom>
          <a:ln w="31750">
            <a:solidFill>
              <a:schemeClr val="tx1"/>
            </a:solidFill>
          </a:ln>
        </p:spPr>
        <p:txBody>
          <a:bodyPr spcFirstLastPara="1" wrap="square" lIns="91425" tIns="91425" rIns="91425" bIns="91425" anchor="t" anchorCtr="0">
            <a:noAutofit/>
          </a:bodyPr>
          <a:lstStyle/>
          <a:p>
            <a:pPr marL="0" lvl="0" indent="0" algn="l">
              <a:spcAft>
                <a:spcPts val="1200"/>
              </a:spcAft>
            </a:pPr>
            <a:r>
              <a:rPr lang="en-US" altLang="zh-CN" sz="1800" dirty="0" smtClean="0">
                <a:solidFill>
                  <a:schemeClr val="tx1"/>
                </a:solidFill>
              </a:rPr>
              <a:t>Perhaps it’s a bit more friendly for the player if we can’t roll a 1 on the first roll.</a:t>
            </a:r>
            <a:endParaRPr lang="en-US" altLang="zh-CN" sz="1800" dirty="0" smtClean="0">
              <a:solidFill>
                <a:schemeClr val="tx1"/>
              </a:solidFill>
            </a:endParaRPr>
          </a:p>
        </p:txBody>
      </p:sp>
      <p:pic>
        <p:nvPicPr>
          <p:cNvPr id="2" name="Picture 1"/>
          <p:cNvPicPr>
            <a:picLocks noChangeAspect="1"/>
          </p:cNvPicPr>
          <p:nvPr/>
        </p:nvPicPr>
        <p:blipFill>
          <a:blip r:embed="rId4"/>
          <a:stretch>
            <a:fillRect/>
          </a:stretch>
        </p:blipFill>
        <p:spPr>
          <a:xfrm>
            <a:off x="1866743" y="2253945"/>
            <a:ext cx="4347940" cy="1998710"/>
          </a:xfrm>
          <a:prstGeom prst="rect">
            <a:avLst/>
          </a:prstGeom>
        </p:spPr>
      </p:pic>
    </p:spTree>
    <p:extLst>
      <p:ext uri="{BB962C8B-B14F-4D97-AF65-F5344CB8AC3E}">
        <p14:creationId xmlns:p14="http://schemas.microsoft.com/office/powerpoint/2010/main" val="2952837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p:tgtEl>
                                          <p:spTgt spid="5"/>
                                        </p:tgtEl>
                                        <p:attrNameLst>
                                          <p:attrName>ppt_w</p:attrName>
                                        </p:attrNameLst>
                                      </p:cBhvr>
                                      <p:tavLst>
                                        <p:tav tm="0">
                                          <p:val>
                                            <p:strVal val="0"/>
                                          </p:val>
                                        </p:tav>
                                        <p:tav tm="100000">
                                          <p:val>
                                            <p:strVal val="#ppt_w"/>
                                          </p:val>
                                        </p:tav>
                                      </p:tavLst>
                                    </p:anim>
                                    <p:anim calcmode="lin" valueType="num">
                                      <p:cBhvr additive="base">
                                        <p:cTn id="8" dur="600"/>
                                        <p:tgtEl>
                                          <p:spTgt spid="5"/>
                                        </p:tgtEl>
                                        <p:attrNameLst>
                                          <p:attrName>ppt_h</p:attrName>
                                        </p:attrNameLst>
                                      </p:cBhvr>
                                      <p:tavLst>
                                        <p:tav tm="0">
                                          <p:val>
                                            <p:strVal val="0"/>
                                          </p:val>
                                        </p:tav>
                                        <p:tav tm="100000">
                                          <p:val>
                                            <p:strVal val="#ppt_h"/>
                                          </p:val>
                                        </p:tav>
                                      </p:tavLst>
                                    </p:anim>
                                  </p:childTnLst>
                                </p:cTn>
                              </p:par>
                            </p:childTnLst>
                          </p:cTn>
                        </p:par>
                        <p:par>
                          <p:cTn id="9" fill="hold">
                            <p:stCondLst>
                              <p:cond delay="600"/>
                            </p:stCondLst>
                            <p:childTnLst>
                              <p:par>
                                <p:cTn id="10" presetID="10"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p:stCondLst>
                              <p:cond delay="16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5" name="Google Shape;2972;p67"/>
          <p:cNvSpPr txBox="1">
            <a:spLocks noGrp="1"/>
          </p:cNvSpPr>
          <p:nvPr>
            <p:ph type="title"/>
          </p:nvPr>
        </p:nvSpPr>
        <p:spPr>
          <a:xfrm>
            <a:off x="373054" y="0"/>
            <a:ext cx="8034026" cy="1325100"/>
          </a:xfrm>
          <a:prstGeom prst="rect">
            <a:avLst/>
          </a:prstGeom>
        </p:spPr>
        <p:txBody>
          <a:bodyPr spcFirstLastPara="1" wrap="square" lIns="91425" tIns="91425" rIns="91425" bIns="91425" anchor="t" anchorCtr="0">
            <a:noAutofit/>
          </a:bodyPr>
          <a:lstStyle/>
          <a:p>
            <a:pPr lvl="0"/>
            <a:r>
              <a:rPr lang="en-US" sz="4000" dirty="0"/>
              <a:t>Mini game 1</a:t>
            </a:r>
            <a:endParaRPr sz="1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297" y="1626500"/>
            <a:ext cx="5926560" cy="1577946"/>
          </a:xfrm>
          <a:prstGeom prst="rect">
            <a:avLst/>
          </a:prstGeom>
        </p:spPr>
      </p:pic>
      <p:sp>
        <p:nvSpPr>
          <p:cNvPr id="7" name="Google Shape;3209;p76"/>
          <p:cNvSpPr txBox="1">
            <a:spLocks/>
          </p:cNvSpPr>
          <p:nvPr/>
        </p:nvSpPr>
        <p:spPr>
          <a:xfrm>
            <a:off x="2315210" y="3499145"/>
            <a:ext cx="6229432" cy="1569863"/>
          </a:xfrm>
          <a:prstGeom prst="rect">
            <a:avLst/>
          </a:prstGeom>
          <a:noFill/>
          <a:ln w="31750">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1pPr>
            <a:lvl2pPr marL="914400" marR="0" lvl="1"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2pPr>
            <a:lvl3pPr marL="1371600" marR="0" lvl="2"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3pPr>
            <a:lvl4pPr marL="1828800" marR="0" lvl="3"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4pPr>
            <a:lvl5pPr marL="2286000" marR="0" lvl="4"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5pPr>
            <a:lvl6pPr marL="2743200" marR="0" lvl="5"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6pPr>
            <a:lvl7pPr marL="3200400" marR="0" lvl="6"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7pPr>
            <a:lvl8pPr marL="3657600" marR="0" lvl="7"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8pPr>
            <a:lvl9pPr marL="4114800" marR="0" lvl="8"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9pPr>
          </a:lstStyle>
          <a:p>
            <a:pPr marL="0" indent="0" algn="l">
              <a:spcAft>
                <a:spcPts val="1200"/>
              </a:spcAft>
            </a:pPr>
            <a:endParaRPr lang="en-AU" sz="2000" dirty="0" smtClean="0">
              <a:solidFill>
                <a:schemeClr val="tx1"/>
              </a:solidFill>
            </a:endParaRPr>
          </a:p>
        </p:txBody>
      </p:sp>
      <p:sp>
        <p:nvSpPr>
          <p:cNvPr id="6" name="Google Shape;3209;p76"/>
          <p:cNvSpPr txBox="1">
            <a:spLocks noGrp="1"/>
          </p:cNvSpPr>
          <p:nvPr>
            <p:ph type="subTitle" idx="1"/>
          </p:nvPr>
        </p:nvSpPr>
        <p:spPr>
          <a:xfrm>
            <a:off x="1458560" y="1373954"/>
            <a:ext cx="6078034" cy="3214230"/>
          </a:xfrm>
          <a:prstGeom prst="rect">
            <a:avLst/>
          </a:prstGeom>
          <a:ln w="31750">
            <a:solidFill>
              <a:schemeClr val="tx1"/>
            </a:solidFill>
          </a:ln>
        </p:spPr>
        <p:txBody>
          <a:bodyPr spcFirstLastPara="1" wrap="square" lIns="91425" tIns="91425" rIns="91425" bIns="91425" anchor="t" anchorCtr="0">
            <a:noAutofit/>
          </a:bodyPr>
          <a:lstStyle/>
          <a:p>
            <a:pPr marL="0" lvl="0" indent="0" algn="l">
              <a:spcAft>
                <a:spcPts val="1200"/>
              </a:spcAft>
            </a:pPr>
            <a:r>
              <a:rPr lang="en-US" altLang="zh-CN" sz="1800" dirty="0" smtClean="0">
                <a:solidFill>
                  <a:schemeClr val="tx1"/>
                </a:solidFill>
              </a:rPr>
              <a:t>Then we can keep the game going with this</a:t>
            </a:r>
            <a:endParaRPr lang="en-US" altLang="zh-CN" sz="1800" dirty="0" smtClean="0">
              <a:solidFill>
                <a:schemeClr val="tx1"/>
              </a:solidFill>
            </a:endParaRPr>
          </a:p>
        </p:txBody>
      </p:sp>
      <p:pic>
        <p:nvPicPr>
          <p:cNvPr id="4" name="Picture 3"/>
          <p:cNvPicPr>
            <a:picLocks noChangeAspect="1"/>
          </p:cNvPicPr>
          <p:nvPr/>
        </p:nvPicPr>
        <p:blipFill>
          <a:blip r:embed="rId4"/>
          <a:stretch>
            <a:fillRect/>
          </a:stretch>
        </p:blipFill>
        <p:spPr>
          <a:xfrm>
            <a:off x="2105111" y="1875281"/>
            <a:ext cx="3957005" cy="2408795"/>
          </a:xfrm>
          <a:prstGeom prst="rect">
            <a:avLst/>
          </a:prstGeom>
        </p:spPr>
      </p:pic>
    </p:spTree>
    <p:extLst>
      <p:ext uri="{BB962C8B-B14F-4D97-AF65-F5344CB8AC3E}">
        <p14:creationId xmlns:p14="http://schemas.microsoft.com/office/powerpoint/2010/main" val="3805208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p:tgtEl>
                                          <p:spTgt spid="5"/>
                                        </p:tgtEl>
                                        <p:attrNameLst>
                                          <p:attrName>ppt_w</p:attrName>
                                        </p:attrNameLst>
                                      </p:cBhvr>
                                      <p:tavLst>
                                        <p:tav tm="0">
                                          <p:val>
                                            <p:strVal val="0"/>
                                          </p:val>
                                        </p:tav>
                                        <p:tav tm="100000">
                                          <p:val>
                                            <p:strVal val="#ppt_w"/>
                                          </p:val>
                                        </p:tav>
                                      </p:tavLst>
                                    </p:anim>
                                    <p:anim calcmode="lin" valueType="num">
                                      <p:cBhvr additive="base">
                                        <p:cTn id="8" dur="600"/>
                                        <p:tgtEl>
                                          <p:spTgt spid="5"/>
                                        </p:tgtEl>
                                        <p:attrNameLst>
                                          <p:attrName>ppt_h</p:attrName>
                                        </p:attrNameLst>
                                      </p:cBhvr>
                                      <p:tavLst>
                                        <p:tav tm="0">
                                          <p:val>
                                            <p:strVal val="0"/>
                                          </p:val>
                                        </p:tav>
                                        <p:tav tm="100000">
                                          <p:val>
                                            <p:strVal val="#ppt_h"/>
                                          </p:val>
                                        </p:tav>
                                      </p:tavLst>
                                    </p:anim>
                                  </p:childTnLst>
                                </p:cTn>
                              </p:par>
                            </p:childTnLst>
                          </p:cTn>
                        </p:par>
                        <p:par>
                          <p:cTn id="9" fill="hold">
                            <p:stCondLst>
                              <p:cond delay="600"/>
                            </p:stCondLst>
                            <p:childTnLst>
                              <p:par>
                                <p:cTn id="10" presetID="10"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p:stCondLst>
                              <p:cond delay="16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5" name="Google Shape;2972;p67"/>
          <p:cNvSpPr txBox="1">
            <a:spLocks noGrp="1"/>
          </p:cNvSpPr>
          <p:nvPr>
            <p:ph type="title"/>
          </p:nvPr>
        </p:nvSpPr>
        <p:spPr>
          <a:xfrm>
            <a:off x="373054" y="0"/>
            <a:ext cx="8034026" cy="1325100"/>
          </a:xfrm>
          <a:prstGeom prst="rect">
            <a:avLst/>
          </a:prstGeom>
        </p:spPr>
        <p:txBody>
          <a:bodyPr spcFirstLastPara="1" wrap="square" lIns="91425" tIns="91425" rIns="91425" bIns="91425" anchor="t" anchorCtr="0">
            <a:noAutofit/>
          </a:bodyPr>
          <a:lstStyle/>
          <a:p>
            <a:pPr lvl="0"/>
            <a:r>
              <a:rPr lang="en-US" sz="4000" dirty="0"/>
              <a:t>Mini game </a:t>
            </a:r>
            <a:r>
              <a:rPr lang="en-US" sz="4000" dirty="0" smtClean="0"/>
              <a:t>2</a:t>
            </a:r>
            <a:endParaRPr sz="1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297" y="1626500"/>
            <a:ext cx="5926560" cy="1577946"/>
          </a:xfrm>
          <a:prstGeom prst="rect">
            <a:avLst/>
          </a:prstGeom>
        </p:spPr>
      </p:pic>
      <p:sp>
        <p:nvSpPr>
          <p:cNvPr id="7" name="Google Shape;3209;p76"/>
          <p:cNvSpPr txBox="1">
            <a:spLocks/>
          </p:cNvSpPr>
          <p:nvPr/>
        </p:nvSpPr>
        <p:spPr>
          <a:xfrm>
            <a:off x="2315210" y="3499145"/>
            <a:ext cx="6229432" cy="1569863"/>
          </a:xfrm>
          <a:prstGeom prst="rect">
            <a:avLst/>
          </a:prstGeom>
          <a:noFill/>
          <a:ln w="31750">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1pPr>
            <a:lvl2pPr marL="914400" marR="0" lvl="1"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2pPr>
            <a:lvl3pPr marL="1371600" marR="0" lvl="2"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3pPr>
            <a:lvl4pPr marL="1828800" marR="0" lvl="3"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4pPr>
            <a:lvl5pPr marL="2286000" marR="0" lvl="4"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5pPr>
            <a:lvl6pPr marL="2743200" marR="0" lvl="5"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6pPr>
            <a:lvl7pPr marL="3200400" marR="0" lvl="6"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7pPr>
            <a:lvl8pPr marL="3657600" marR="0" lvl="7"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8pPr>
            <a:lvl9pPr marL="4114800" marR="0" lvl="8"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9pPr>
          </a:lstStyle>
          <a:p>
            <a:pPr marL="0" indent="0" algn="l">
              <a:spcAft>
                <a:spcPts val="1200"/>
              </a:spcAft>
            </a:pPr>
            <a:endParaRPr lang="en-AU" sz="2000" dirty="0" smtClean="0">
              <a:solidFill>
                <a:schemeClr val="tx1"/>
              </a:solidFill>
            </a:endParaRPr>
          </a:p>
        </p:txBody>
      </p:sp>
      <p:sp>
        <p:nvSpPr>
          <p:cNvPr id="6" name="Google Shape;3209;p76"/>
          <p:cNvSpPr txBox="1">
            <a:spLocks noGrp="1"/>
          </p:cNvSpPr>
          <p:nvPr>
            <p:ph type="subTitle" idx="1"/>
          </p:nvPr>
        </p:nvSpPr>
        <p:spPr>
          <a:xfrm>
            <a:off x="1458560" y="1373954"/>
            <a:ext cx="6078034" cy="3214230"/>
          </a:xfrm>
          <a:prstGeom prst="rect">
            <a:avLst/>
          </a:prstGeom>
          <a:ln w="31750">
            <a:solidFill>
              <a:schemeClr val="tx1"/>
            </a:solidFill>
          </a:ln>
        </p:spPr>
        <p:txBody>
          <a:bodyPr spcFirstLastPara="1" wrap="square" lIns="91425" tIns="91425" rIns="91425" bIns="91425" anchor="t" anchorCtr="0">
            <a:noAutofit/>
          </a:bodyPr>
          <a:lstStyle/>
          <a:p>
            <a:pPr marL="0" lvl="0" indent="0" algn="l">
              <a:spcAft>
                <a:spcPts val="1200"/>
              </a:spcAft>
            </a:pPr>
            <a:r>
              <a:rPr lang="en-US" altLang="zh-CN" sz="1800" dirty="0" smtClean="0">
                <a:solidFill>
                  <a:schemeClr val="tx1"/>
                </a:solidFill>
              </a:rPr>
              <a:t>Higher or lower</a:t>
            </a:r>
          </a:p>
          <a:p>
            <a:pPr marL="0" lvl="0" indent="0" algn="l">
              <a:spcAft>
                <a:spcPts val="1200"/>
              </a:spcAft>
            </a:pPr>
            <a:endParaRPr lang="en-US" altLang="zh-CN" sz="1800" dirty="0">
              <a:solidFill>
                <a:schemeClr val="tx1"/>
              </a:solidFill>
            </a:endParaRPr>
          </a:p>
          <a:p>
            <a:pPr marL="0" lvl="0" indent="0" algn="l">
              <a:spcAft>
                <a:spcPts val="1200"/>
              </a:spcAft>
            </a:pPr>
            <a:r>
              <a:rPr lang="en-US" altLang="zh-CN" sz="1800" dirty="0" smtClean="0">
                <a:solidFill>
                  <a:schemeClr val="tx1"/>
                </a:solidFill>
              </a:rPr>
              <a:t>The computer generates a random number between 1 and 100. Your job is to guess if the next number it generates is larger or smaller than the previous one. You have 3 strikes before you’re out. Keeps track of score.</a:t>
            </a:r>
          </a:p>
        </p:txBody>
      </p:sp>
    </p:spTree>
    <p:extLst>
      <p:ext uri="{BB962C8B-B14F-4D97-AF65-F5344CB8AC3E}">
        <p14:creationId xmlns:p14="http://schemas.microsoft.com/office/powerpoint/2010/main" val="40476867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p:tgtEl>
                                          <p:spTgt spid="5"/>
                                        </p:tgtEl>
                                        <p:attrNameLst>
                                          <p:attrName>ppt_w</p:attrName>
                                        </p:attrNameLst>
                                      </p:cBhvr>
                                      <p:tavLst>
                                        <p:tav tm="0">
                                          <p:val>
                                            <p:strVal val="0"/>
                                          </p:val>
                                        </p:tav>
                                        <p:tav tm="100000">
                                          <p:val>
                                            <p:strVal val="#ppt_w"/>
                                          </p:val>
                                        </p:tav>
                                      </p:tavLst>
                                    </p:anim>
                                    <p:anim calcmode="lin" valueType="num">
                                      <p:cBhvr additive="base">
                                        <p:cTn id="8" dur="600"/>
                                        <p:tgtEl>
                                          <p:spTgt spid="5"/>
                                        </p:tgtEl>
                                        <p:attrNameLst>
                                          <p:attrName>ppt_h</p:attrName>
                                        </p:attrNameLst>
                                      </p:cBhvr>
                                      <p:tavLst>
                                        <p:tav tm="0">
                                          <p:val>
                                            <p:strVal val="0"/>
                                          </p:val>
                                        </p:tav>
                                        <p:tav tm="100000">
                                          <p:val>
                                            <p:strVal val="#ppt_h"/>
                                          </p:val>
                                        </p:tav>
                                      </p:tavLst>
                                    </p:anim>
                                  </p:childTnLst>
                                </p:cTn>
                              </p:par>
                            </p:childTnLst>
                          </p:cTn>
                        </p:par>
                        <p:par>
                          <p:cTn id="9" fill="hold">
                            <p:stCondLst>
                              <p:cond delay="600"/>
                            </p:stCondLst>
                            <p:childTnLst>
                              <p:par>
                                <p:cTn id="10" presetID="10"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p:stCondLst>
                              <p:cond delay="16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5" name="Google Shape;2972;p67"/>
          <p:cNvSpPr txBox="1">
            <a:spLocks noGrp="1"/>
          </p:cNvSpPr>
          <p:nvPr>
            <p:ph type="title"/>
          </p:nvPr>
        </p:nvSpPr>
        <p:spPr>
          <a:xfrm>
            <a:off x="373054" y="0"/>
            <a:ext cx="8034026" cy="1325100"/>
          </a:xfrm>
          <a:prstGeom prst="rect">
            <a:avLst/>
          </a:prstGeom>
        </p:spPr>
        <p:txBody>
          <a:bodyPr spcFirstLastPara="1" wrap="square" lIns="91425" tIns="91425" rIns="91425" bIns="91425" anchor="t" anchorCtr="0">
            <a:noAutofit/>
          </a:bodyPr>
          <a:lstStyle/>
          <a:p>
            <a:pPr lvl="0"/>
            <a:r>
              <a:rPr lang="en-US" sz="4000" dirty="0"/>
              <a:t>Mini game </a:t>
            </a:r>
            <a:r>
              <a:rPr lang="en-US" sz="4000" dirty="0" smtClean="0"/>
              <a:t>2</a:t>
            </a:r>
            <a:endParaRPr sz="1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297" y="1626500"/>
            <a:ext cx="5926560" cy="1577946"/>
          </a:xfrm>
          <a:prstGeom prst="rect">
            <a:avLst/>
          </a:prstGeom>
        </p:spPr>
      </p:pic>
      <p:sp>
        <p:nvSpPr>
          <p:cNvPr id="7" name="Google Shape;3209;p76"/>
          <p:cNvSpPr txBox="1">
            <a:spLocks/>
          </p:cNvSpPr>
          <p:nvPr/>
        </p:nvSpPr>
        <p:spPr>
          <a:xfrm>
            <a:off x="2315210" y="3499145"/>
            <a:ext cx="6229432" cy="1569863"/>
          </a:xfrm>
          <a:prstGeom prst="rect">
            <a:avLst/>
          </a:prstGeom>
          <a:noFill/>
          <a:ln w="31750">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1pPr>
            <a:lvl2pPr marL="914400" marR="0" lvl="1"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2pPr>
            <a:lvl3pPr marL="1371600" marR="0" lvl="2"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3pPr>
            <a:lvl4pPr marL="1828800" marR="0" lvl="3"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4pPr>
            <a:lvl5pPr marL="2286000" marR="0" lvl="4"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5pPr>
            <a:lvl6pPr marL="2743200" marR="0" lvl="5"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6pPr>
            <a:lvl7pPr marL="3200400" marR="0" lvl="6"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7pPr>
            <a:lvl8pPr marL="3657600" marR="0" lvl="7"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8pPr>
            <a:lvl9pPr marL="4114800" marR="0" lvl="8"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9pPr>
          </a:lstStyle>
          <a:p>
            <a:pPr marL="0" indent="0" algn="l">
              <a:spcAft>
                <a:spcPts val="1200"/>
              </a:spcAft>
            </a:pPr>
            <a:endParaRPr lang="en-AU" sz="2000" dirty="0" smtClean="0">
              <a:solidFill>
                <a:schemeClr val="tx1"/>
              </a:solidFill>
            </a:endParaRPr>
          </a:p>
        </p:txBody>
      </p:sp>
      <p:sp>
        <p:nvSpPr>
          <p:cNvPr id="6" name="Google Shape;3209;p76"/>
          <p:cNvSpPr txBox="1">
            <a:spLocks noGrp="1"/>
          </p:cNvSpPr>
          <p:nvPr>
            <p:ph type="subTitle" idx="1"/>
          </p:nvPr>
        </p:nvSpPr>
        <p:spPr>
          <a:xfrm>
            <a:off x="1458560" y="1373954"/>
            <a:ext cx="6078034" cy="3214230"/>
          </a:xfrm>
          <a:prstGeom prst="rect">
            <a:avLst/>
          </a:prstGeom>
          <a:ln w="31750">
            <a:solidFill>
              <a:schemeClr val="tx1"/>
            </a:solidFill>
          </a:ln>
        </p:spPr>
        <p:txBody>
          <a:bodyPr spcFirstLastPara="1" wrap="square" lIns="91425" tIns="91425" rIns="91425" bIns="91425" anchor="t" anchorCtr="0">
            <a:noAutofit/>
          </a:bodyPr>
          <a:lstStyle/>
          <a:p>
            <a:pPr marL="0" lvl="0" indent="0" algn="l">
              <a:spcAft>
                <a:spcPts val="1200"/>
              </a:spcAft>
            </a:pPr>
            <a:r>
              <a:rPr lang="en-US" altLang="zh-CN" sz="1800" dirty="0" smtClean="0">
                <a:solidFill>
                  <a:schemeClr val="tx1"/>
                </a:solidFill>
              </a:rPr>
              <a:t>Let’s define some variables</a:t>
            </a:r>
            <a:endParaRPr lang="en-US" altLang="zh-CN" sz="1800" dirty="0" smtClean="0">
              <a:solidFill>
                <a:schemeClr val="tx1"/>
              </a:solidFill>
            </a:endParaRPr>
          </a:p>
        </p:txBody>
      </p:sp>
      <p:pic>
        <p:nvPicPr>
          <p:cNvPr id="2" name="Picture 1"/>
          <p:cNvPicPr>
            <a:picLocks noChangeAspect="1"/>
          </p:cNvPicPr>
          <p:nvPr/>
        </p:nvPicPr>
        <p:blipFill>
          <a:blip r:embed="rId4"/>
          <a:stretch>
            <a:fillRect/>
          </a:stretch>
        </p:blipFill>
        <p:spPr>
          <a:xfrm>
            <a:off x="2216663" y="2394708"/>
            <a:ext cx="3124636" cy="1619476"/>
          </a:xfrm>
          <a:prstGeom prst="rect">
            <a:avLst/>
          </a:prstGeom>
        </p:spPr>
      </p:pic>
    </p:spTree>
    <p:extLst>
      <p:ext uri="{BB962C8B-B14F-4D97-AF65-F5344CB8AC3E}">
        <p14:creationId xmlns:p14="http://schemas.microsoft.com/office/powerpoint/2010/main" val="599425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p:tgtEl>
                                          <p:spTgt spid="5"/>
                                        </p:tgtEl>
                                        <p:attrNameLst>
                                          <p:attrName>ppt_w</p:attrName>
                                        </p:attrNameLst>
                                      </p:cBhvr>
                                      <p:tavLst>
                                        <p:tav tm="0">
                                          <p:val>
                                            <p:strVal val="0"/>
                                          </p:val>
                                        </p:tav>
                                        <p:tav tm="100000">
                                          <p:val>
                                            <p:strVal val="#ppt_w"/>
                                          </p:val>
                                        </p:tav>
                                      </p:tavLst>
                                    </p:anim>
                                    <p:anim calcmode="lin" valueType="num">
                                      <p:cBhvr additive="base">
                                        <p:cTn id="8" dur="600"/>
                                        <p:tgtEl>
                                          <p:spTgt spid="5"/>
                                        </p:tgtEl>
                                        <p:attrNameLst>
                                          <p:attrName>ppt_h</p:attrName>
                                        </p:attrNameLst>
                                      </p:cBhvr>
                                      <p:tavLst>
                                        <p:tav tm="0">
                                          <p:val>
                                            <p:strVal val="0"/>
                                          </p:val>
                                        </p:tav>
                                        <p:tav tm="100000">
                                          <p:val>
                                            <p:strVal val="#ppt_h"/>
                                          </p:val>
                                        </p:tav>
                                      </p:tavLst>
                                    </p:anim>
                                  </p:childTnLst>
                                </p:cTn>
                              </p:par>
                            </p:childTnLst>
                          </p:cTn>
                        </p:par>
                        <p:par>
                          <p:cTn id="9" fill="hold">
                            <p:stCondLst>
                              <p:cond delay="600"/>
                            </p:stCondLst>
                            <p:childTnLst>
                              <p:par>
                                <p:cTn id="10" presetID="10"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p:stCondLst>
                              <p:cond delay="16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5" name="Google Shape;2972;p67"/>
          <p:cNvSpPr txBox="1">
            <a:spLocks noGrp="1"/>
          </p:cNvSpPr>
          <p:nvPr>
            <p:ph type="title"/>
          </p:nvPr>
        </p:nvSpPr>
        <p:spPr>
          <a:xfrm>
            <a:off x="373054" y="0"/>
            <a:ext cx="8034026" cy="1325100"/>
          </a:xfrm>
          <a:prstGeom prst="rect">
            <a:avLst/>
          </a:prstGeom>
        </p:spPr>
        <p:txBody>
          <a:bodyPr spcFirstLastPara="1" wrap="square" lIns="91425" tIns="91425" rIns="91425" bIns="91425" anchor="t" anchorCtr="0">
            <a:noAutofit/>
          </a:bodyPr>
          <a:lstStyle/>
          <a:p>
            <a:pPr lvl="0"/>
            <a:r>
              <a:rPr lang="en-US" sz="4000" dirty="0"/>
              <a:t>Mini game </a:t>
            </a:r>
            <a:r>
              <a:rPr lang="en-US" sz="4000" dirty="0" smtClean="0"/>
              <a:t>2</a:t>
            </a:r>
            <a:endParaRPr sz="1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297" y="1626500"/>
            <a:ext cx="5926560" cy="1577946"/>
          </a:xfrm>
          <a:prstGeom prst="rect">
            <a:avLst/>
          </a:prstGeom>
        </p:spPr>
      </p:pic>
      <p:sp>
        <p:nvSpPr>
          <p:cNvPr id="7" name="Google Shape;3209;p76"/>
          <p:cNvSpPr txBox="1">
            <a:spLocks/>
          </p:cNvSpPr>
          <p:nvPr/>
        </p:nvSpPr>
        <p:spPr>
          <a:xfrm>
            <a:off x="2315210" y="3499145"/>
            <a:ext cx="6229432" cy="1569863"/>
          </a:xfrm>
          <a:prstGeom prst="rect">
            <a:avLst/>
          </a:prstGeom>
          <a:noFill/>
          <a:ln w="31750">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1pPr>
            <a:lvl2pPr marL="914400" marR="0" lvl="1"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2pPr>
            <a:lvl3pPr marL="1371600" marR="0" lvl="2"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3pPr>
            <a:lvl4pPr marL="1828800" marR="0" lvl="3"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4pPr>
            <a:lvl5pPr marL="2286000" marR="0" lvl="4"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5pPr>
            <a:lvl6pPr marL="2743200" marR="0" lvl="5"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6pPr>
            <a:lvl7pPr marL="3200400" marR="0" lvl="6"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7pPr>
            <a:lvl8pPr marL="3657600" marR="0" lvl="7"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8pPr>
            <a:lvl9pPr marL="4114800" marR="0" lvl="8"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9pPr>
          </a:lstStyle>
          <a:p>
            <a:pPr marL="0" indent="0" algn="l">
              <a:spcAft>
                <a:spcPts val="1200"/>
              </a:spcAft>
            </a:pPr>
            <a:endParaRPr lang="en-AU" sz="2000" dirty="0" smtClean="0">
              <a:solidFill>
                <a:schemeClr val="tx1"/>
              </a:solidFill>
            </a:endParaRPr>
          </a:p>
        </p:txBody>
      </p:sp>
      <p:sp>
        <p:nvSpPr>
          <p:cNvPr id="6" name="Google Shape;3209;p76"/>
          <p:cNvSpPr txBox="1">
            <a:spLocks noGrp="1"/>
          </p:cNvSpPr>
          <p:nvPr>
            <p:ph type="subTitle" idx="1"/>
          </p:nvPr>
        </p:nvSpPr>
        <p:spPr>
          <a:xfrm>
            <a:off x="1458560" y="1373954"/>
            <a:ext cx="6078034" cy="3214230"/>
          </a:xfrm>
          <a:prstGeom prst="rect">
            <a:avLst/>
          </a:prstGeom>
          <a:ln w="31750">
            <a:solidFill>
              <a:schemeClr val="tx1"/>
            </a:solidFill>
          </a:ln>
        </p:spPr>
        <p:txBody>
          <a:bodyPr spcFirstLastPara="1" wrap="square" lIns="91425" tIns="91425" rIns="91425" bIns="91425" anchor="t" anchorCtr="0">
            <a:noAutofit/>
          </a:bodyPr>
          <a:lstStyle/>
          <a:p>
            <a:pPr marL="0" lvl="0" indent="0" algn="l">
              <a:spcAft>
                <a:spcPts val="1200"/>
              </a:spcAft>
            </a:pPr>
            <a:r>
              <a:rPr lang="en-US" altLang="zh-CN" sz="1800" dirty="0" smtClean="0">
                <a:solidFill>
                  <a:schemeClr val="tx1"/>
                </a:solidFill>
              </a:rPr>
              <a:t>This generates the first number</a:t>
            </a:r>
            <a:endParaRPr lang="en-US" altLang="zh-CN" sz="1800" dirty="0" smtClean="0">
              <a:solidFill>
                <a:schemeClr val="tx1"/>
              </a:solidFill>
            </a:endParaRPr>
          </a:p>
        </p:txBody>
      </p:sp>
      <p:pic>
        <p:nvPicPr>
          <p:cNvPr id="4" name="Picture 3"/>
          <p:cNvPicPr>
            <a:picLocks noChangeAspect="1"/>
          </p:cNvPicPr>
          <p:nvPr/>
        </p:nvPicPr>
        <p:blipFill>
          <a:blip r:embed="rId4"/>
          <a:stretch>
            <a:fillRect/>
          </a:stretch>
        </p:blipFill>
        <p:spPr>
          <a:xfrm>
            <a:off x="1703225" y="2299526"/>
            <a:ext cx="5166913" cy="1809839"/>
          </a:xfrm>
          <a:prstGeom prst="rect">
            <a:avLst/>
          </a:prstGeom>
        </p:spPr>
      </p:pic>
    </p:spTree>
    <p:extLst>
      <p:ext uri="{BB962C8B-B14F-4D97-AF65-F5344CB8AC3E}">
        <p14:creationId xmlns:p14="http://schemas.microsoft.com/office/powerpoint/2010/main" val="34533727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p:tgtEl>
                                          <p:spTgt spid="5"/>
                                        </p:tgtEl>
                                        <p:attrNameLst>
                                          <p:attrName>ppt_w</p:attrName>
                                        </p:attrNameLst>
                                      </p:cBhvr>
                                      <p:tavLst>
                                        <p:tav tm="0">
                                          <p:val>
                                            <p:strVal val="0"/>
                                          </p:val>
                                        </p:tav>
                                        <p:tav tm="100000">
                                          <p:val>
                                            <p:strVal val="#ppt_w"/>
                                          </p:val>
                                        </p:tav>
                                      </p:tavLst>
                                    </p:anim>
                                    <p:anim calcmode="lin" valueType="num">
                                      <p:cBhvr additive="base">
                                        <p:cTn id="8" dur="600"/>
                                        <p:tgtEl>
                                          <p:spTgt spid="5"/>
                                        </p:tgtEl>
                                        <p:attrNameLst>
                                          <p:attrName>ppt_h</p:attrName>
                                        </p:attrNameLst>
                                      </p:cBhvr>
                                      <p:tavLst>
                                        <p:tav tm="0">
                                          <p:val>
                                            <p:strVal val="0"/>
                                          </p:val>
                                        </p:tav>
                                        <p:tav tm="100000">
                                          <p:val>
                                            <p:strVal val="#ppt_h"/>
                                          </p:val>
                                        </p:tav>
                                      </p:tavLst>
                                    </p:anim>
                                  </p:childTnLst>
                                </p:cTn>
                              </p:par>
                            </p:childTnLst>
                          </p:cTn>
                        </p:par>
                        <p:par>
                          <p:cTn id="9" fill="hold">
                            <p:stCondLst>
                              <p:cond delay="600"/>
                            </p:stCondLst>
                            <p:childTnLst>
                              <p:par>
                                <p:cTn id="10" presetID="10"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p:stCondLst>
                              <p:cond delay="16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5" name="Google Shape;2972;p67"/>
          <p:cNvSpPr txBox="1">
            <a:spLocks noGrp="1"/>
          </p:cNvSpPr>
          <p:nvPr>
            <p:ph type="title"/>
          </p:nvPr>
        </p:nvSpPr>
        <p:spPr>
          <a:xfrm>
            <a:off x="373054" y="0"/>
            <a:ext cx="8034026" cy="1325100"/>
          </a:xfrm>
          <a:prstGeom prst="rect">
            <a:avLst/>
          </a:prstGeom>
        </p:spPr>
        <p:txBody>
          <a:bodyPr spcFirstLastPara="1" wrap="square" lIns="91425" tIns="91425" rIns="91425" bIns="91425" anchor="t" anchorCtr="0">
            <a:noAutofit/>
          </a:bodyPr>
          <a:lstStyle/>
          <a:p>
            <a:pPr lvl="0"/>
            <a:r>
              <a:rPr lang="en-US" sz="4000" dirty="0"/>
              <a:t>Mini game </a:t>
            </a:r>
            <a:r>
              <a:rPr lang="en-US" sz="4000" dirty="0" smtClean="0"/>
              <a:t>2</a:t>
            </a:r>
            <a:endParaRPr sz="1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297" y="1626500"/>
            <a:ext cx="5926560" cy="1577946"/>
          </a:xfrm>
          <a:prstGeom prst="rect">
            <a:avLst/>
          </a:prstGeom>
        </p:spPr>
      </p:pic>
      <p:sp>
        <p:nvSpPr>
          <p:cNvPr id="7" name="Google Shape;3209;p76"/>
          <p:cNvSpPr txBox="1">
            <a:spLocks/>
          </p:cNvSpPr>
          <p:nvPr/>
        </p:nvSpPr>
        <p:spPr>
          <a:xfrm>
            <a:off x="2315210" y="3499145"/>
            <a:ext cx="6229432" cy="1569863"/>
          </a:xfrm>
          <a:prstGeom prst="rect">
            <a:avLst/>
          </a:prstGeom>
          <a:noFill/>
          <a:ln w="31750">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1pPr>
            <a:lvl2pPr marL="914400" marR="0" lvl="1"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2pPr>
            <a:lvl3pPr marL="1371600" marR="0" lvl="2"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3pPr>
            <a:lvl4pPr marL="1828800" marR="0" lvl="3"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4pPr>
            <a:lvl5pPr marL="2286000" marR="0" lvl="4"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5pPr>
            <a:lvl6pPr marL="2743200" marR="0" lvl="5"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6pPr>
            <a:lvl7pPr marL="3200400" marR="0" lvl="6"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7pPr>
            <a:lvl8pPr marL="3657600" marR="0" lvl="7"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8pPr>
            <a:lvl9pPr marL="4114800" marR="0" lvl="8"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9pPr>
          </a:lstStyle>
          <a:p>
            <a:pPr marL="0" indent="0" algn="l">
              <a:spcAft>
                <a:spcPts val="1200"/>
              </a:spcAft>
            </a:pPr>
            <a:endParaRPr lang="en-AU" sz="2000" dirty="0" smtClean="0">
              <a:solidFill>
                <a:schemeClr val="tx1"/>
              </a:solidFill>
            </a:endParaRPr>
          </a:p>
        </p:txBody>
      </p:sp>
      <p:sp>
        <p:nvSpPr>
          <p:cNvPr id="6" name="Google Shape;3209;p76"/>
          <p:cNvSpPr txBox="1">
            <a:spLocks noGrp="1"/>
          </p:cNvSpPr>
          <p:nvPr>
            <p:ph type="subTitle" idx="1"/>
          </p:nvPr>
        </p:nvSpPr>
        <p:spPr>
          <a:xfrm>
            <a:off x="1458560" y="1373954"/>
            <a:ext cx="6078034" cy="3214230"/>
          </a:xfrm>
          <a:prstGeom prst="rect">
            <a:avLst/>
          </a:prstGeom>
          <a:ln w="31750">
            <a:solidFill>
              <a:schemeClr val="tx1"/>
            </a:solidFill>
          </a:ln>
        </p:spPr>
        <p:txBody>
          <a:bodyPr spcFirstLastPara="1" wrap="square" lIns="91425" tIns="91425" rIns="91425" bIns="91425" anchor="t" anchorCtr="0">
            <a:noAutofit/>
          </a:bodyPr>
          <a:lstStyle/>
          <a:p>
            <a:pPr marL="0" lvl="0" indent="0" algn="l">
              <a:spcAft>
                <a:spcPts val="1200"/>
              </a:spcAft>
            </a:pPr>
            <a:r>
              <a:rPr lang="en-US" altLang="zh-CN" sz="1800" dirty="0" smtClean="0">
                <a:solidFill>
                  <a:schemeClr val="tx1"/>
                </a:solidFill>
              </a:rPr>
              <a:t>We want to keep generating the number, as long as strikes is less than 3. We also want to store the previous number, so that we can compare it with the current one.</a:t>
            </a:r>
            <a:endParaRPr lang="en-US" altLang="zh-CN" sz="1800" dirty="0" smtClean="0">
              <a:solidFill>
                <a:schemeClr val="tx1"/>
              </a:solidFill>
            </a:endParaRPr>
          </a:p>
        </p:txBody>
      </p:sp>
      <p:pic>
        <p:nvPicPr>
          <p:cNvPr id="2" name="Picture 1"/>
          <p:cNvPicPr>
            <a:picLocks noChangeAspect="1"/>
          </p:cNvPicPr>
          <p:nvPr/>
        </p:nvPicPr>
        <p:blipFill>
          <a:blip r:embed="rId4"/>
          <a:stretch>
            <a:fillRect/>
          </a:stretch>
        </p:blipFill>
        <p:spPr>
          <a:xfrm>
            <a:off x="1716956" y="2419148"/>
            <a:ext cx="5128906" cy="1123842"/>
          </a:xfrm>
          <a:prstGeom prst="rect">
            <a:avLst/>
          </a:prstGeom>
        </p:spPr>
      </p:pic>
    </p:spTree>
    <p:extLst>
      <p:ext uri="{BB962C8B-B14F-4D97-AF65-F5344CB8AC3E}">
        <p14:creationId xmlns:p14="http://schemas.microsoft.com/office/powerpoint/2010/main" val="6733541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p:tgtEl>
                                          <p:spTgt spid="5"/>
                                        </p:tgtEl>
                                        <p:attrNameLst>
                                          <p:attrName>ppt_w</p:attrName>
                                        </p:attrNameLst>
                                      </p:cBhvr>
                                      <p:tavLst>
                                        <p:tav tm="0">
                                          <p:val>
                                            <p:strVal val="0"/>
                                          </p:val>
                                        </p:tav>
                                        <p:tav tm="100000">
                                          <p:val>
                                            <p:strVal val="#ppt_w"/>
                                          </p:val>
                                        </p:tav>
                                      </p:tavLst>
                                    </p:anim>
                                    <p:anim calcmode="lin" valueType="num">
                                      <p:cBhvr additive="base">
                                        <p:cTn id="8" dur="600"/>
                                        <p:tgtEl>
                                          <p:spTgt spid="5"/>
                                        </p:tgtEl>
                                        <p:attrNameLst>
                                          <p:attrName>ppt_h</p:attrName>
                                        </p:attrNameLst>
                                      </p:cBhvr>
                                      <p:tavLst>
                                        <p:tav tm="0">
                                          <p:val>
                                            <p:strVal val="0"/>
                                          </p:val>
                                        </p:tav>
                                        <p:tav tm="100000">
                                          <p:val>
                                            <p:strVal val="#ppt_h"/>
                                          </p:val>
                                        </p:tav>
                                      </p:tavLst>
                                    </p:anim>
                                  </p:childTnLst>
                                </p:cTn>
                              </p:par>
                            </p:childTnLst>
                          </p:cTn>
                        </p:par>
                        <p:par>
                          <p:cTn id="9" fill="hold">
                            <p:stCondLst>
                              <p:cond delay="600"/>
                            </p:stCondLst>
                            <p:childTnLst>
                              <p:par>
                                <p:cTn id="10" presetID="10"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p:stCondLst>
                              <p:cond delay="16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5" name="Google Shape;2972;p67"/>
          <p:cNvSpPr txBox="1">
            <a:spLocks noGrp="1"/>
          </p:cNvSpPr>
          <p:nvPr>
            <p:ph type="title"/>
          </p:nvPr>
        </p:nvSpPr>
        <p:spPr>
          <a:xfrm>
            <a:off x="373054" y="0"/>
            <a:ext cx="8034026" cy="1325100"/>
          </a:xfrm>
          <a:prstGeom prst="rect">
            <a:avLst/>
          </a:prstGeom>
        </p:spPr>
        <p:txBody>
          <a:bodyPr spcFirstLastPara="1" wrap="square" lIns="91425" tIns="91425" rIns="91425" bIns="91425" anchor="t" anchorCtr="0">
            <a:noAutofit/>
          </a:bodyPr>
          <a:lstStyle/>
          <a:p>
            <a:pPr lvl="0"/>
            <a:r>
              <a:rPr lang="en-US" sz="4000" dirty="0"/>
              <a:t>Mini game </a:t>
            </a:r>
            <a:r>
              <a:rPr lang="en-US" sz="4000" dirty="0" smtClean="0"/>
              <a:t>2</a:t>
            </a:r>
            <a:endParaRPr sz="1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297" y="1626500"/>
            <a:ext cx="5926560" cy="1577946"/>
          </a:xfrm>
          <a:prstGeom prst="rect">
            <a:avLst/>
          </a:prstGeom>
        </p:spPr>
      </p:pic>
      <p:sp>
        <p:nvSpPr>
          <p:cNvPr id="7" name="Google Shape;3209;p76"/>
          <p:cNvSpPr txBox="1">
            <a:spLocks/>
          </p:cNvSpPr>
          <p:nvPr/>
        </p:nvSpPr>
        <p:spPr>
          <a:xfrm>
            <a:off x="2315210" y="3499145"/>
            <a:ext cx="6229432" cy="1569863"/>
          </a:xfrm>
          <a:prstGeom prst="rect">
            <a:avLst/>
          </a:prstGeom>
          <a:noFill/>
          <a:ln w="31750">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1pPr>
            <a:lvl2pPr marL="914400" marR="0" lvl="1"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2pPr>
            <a:lvl3pPr marL="1371600" marR="0" lvl="2"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3pPr>
            <a:lvl4pPr marL="1828800" marR="0" lvl="3"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4pPr>
            <a:lvl5pPr marL="2286000" marR="0" lvl="4"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5pPr>
            <a:lvl6pPr marL="2743200" marR="0" lvl="5"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6pPr>
            <a:lvl7pPr marL="3200400" marR="0" lvl="6"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7pPr>
            <a:lvl8pPr marL="3657600" marR="0" lvl="7"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8pPr>
            <a:lvl9pPr marL="4114800" marR="0" lvl="8"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9pPr>
          </a:lstStyle>
          <a:p>
            <a:pPr marL="0" indent="0" algn="l">
              <a:spcAft>
                <a:spcPts val="1200"/>
              </a:spcAft>
            </a:pPr>
            <a:endParaRPr lang="en-AU" sz="2000" dirty="0" smtClean="0">
              <a:solidFill>
                <a:schemeClr val="tx1"/>
              </a:solidFill>
            </a:endParaRPr>
          </a:p>
        </p:txBody>
      </p:sp>
      <p:sp>
        <p:nvSpPr>
          <p:cNvPr id="6" name="Google Shape;3209;p76"/>
          <p:cNvSpPr txBox="1">
            <a:spLocks noGrp="1"/>
          </p:cNvSpPr>
          <p:nvPr>
            <p:ph type="subTitle" idx="1"/>
          </p:nvPr>
        </p:nvSpPr>
        <p:spPr>
          <a:xfrm>
            <a:off x="1458560" y="1373954"/>
            <a:ext cx="6078034" cy="3214230"/>
          </a:xfrm>
          <a:prstGeom prst="rect">
            <a:avLst/>
          </a:prstGeom>
          <a:ln w="31750">
            <a:solidFill>
              <a:schemeClr val="tx1"/>
            </a:solidFill>
          </a:ln>
        </p:spPr>
        <p:txBody>
          <a:bodyPr spcFirstLastPara="1" wrap="square" lIns="91425" tIns="91425" rIns="91425" bIns="91425" anchor="t" anchorCtr="0">
            <a:noAutofit/>
          </a:bodyPr>
          <a:lstStyle/>
          <a:p>
            <a:pPr marL="0" lvl="0" indent="0" algn="l">
              <a:spcAft>
                <a:spcPts val="1200"/>
              </a:spcAft>
            </a:pPr>
            <a:r>
              <a:rPr lang="en-US" altLang="zh-CN" sz="1800" dirty="0" smtClean="0">
                <a:solidFill>
                  <a:schemeClr val="tx1"/>
                </a:solidFill>
              </a:rPr>
              <a:t>We can compare them like this</a:t>
            </a:r>
            <a:endParaRPr lang="en-US" altLang="zh-CN" sz="1800" dirty="0" smtClean="0">
              <a:solidFill>
                <a:schemeClr val="tx1"/>
              </a:solidFill>
            </a:endParaRPr>
          </a:p>
        </p:txBody>
      </p:sp>
      <p:pic>
        <p:nvPicPr>
          <p:cNvPr id="4" name="Picture 3"/>
          <p:cNvPicPr>
            <a:picLocks noChangeAspect="1"/>
          </p:cNvPicPr>
          <p:nvPr/>
        </p:nvPicPr>
        <p:blipFill>
          <a:blip r:embed="rId4"/>
          <a:stretch>
            <a:fillRect/>
          </a:stretch>
        </p:blipFill>
        <p:spPr>
          <a:xfrm>
            <a:off x="1650065" y="1805763"/>
            <a:ext cx="5333362" cy="2742391"/>
          </a:xfrm>
          <a:prstGeom prst="rect">
            <a:avLst/>
          </a:prstGeom>
        </p:spPr>
      </p:pic>
    </p:spTree>
    <p:extLst>
      <p:ext uri="{BB962C8B-B14F-4D97-AF65-F5344CB8AC3E}">
        <p14:creationId xmlns:p14="http://schemas.microsoft.com/office/powerpoint/2010/main" val="1868477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p:tgtEl>
                                          <p:spTgt spid="5"/>
                                        </p:tgtEl>
                                        <p:attrNameLst>
                                          <p:attrName>ppt_w</p:attrName>
                                        </p:attrNameLst>
                                      </p:cBhvr>
                                      <p:tavLst>
                                        <p:tav tm="0">
                                          <p:val>
                                            <p:strVal val="0"/>
                                          </p:val>
                                        </p:tav>
                                        <p:tav tm="100000">
                                          <p:val>
                                            <p:strVal val="#ppt_w"/>
                                          </p:val>
                                        </p:tav>
                                      </p:tavLst>
                                    </p:anim>
                                    <p:anim calcmode="lin" valueType="num">
                                      <p:cBhvr additive="base">
                                        <p:cTn id="8" dur="600"/>
                                        <p:tgtEl>
                                          <p:spTgt spid="5"/>
                                        </p:tgtEl>
                                        <p:attrNameLst>
                                          <p:attrName>ppt_h</p:attrName>
                                        </p:attrNameLst>
                                      </p:cBhvr>
                                      <p:tavLst>
                                        <p:tav tm="0">
                                          <p:val>
                                            <p:strVal val="0"/>
                                          </p:val>
                                        </p:tav>
                                        <p:tav tm="100000">
                                          <p:val>
                                            <p:strVal val="#ppt_h"/>
                                          </p:val>
                                        </p:tav>
                                      </p:tavLst>
                                    </p:anim>
                                  </p:childTnLst>
                                </p:cTn>
                              </p:par>
                            </p:childTnLst>
                          </p:cTn>
                        </p:par>
                        <p:par>
                          <p:cTn id="9" fill="hold">
                            <p:stCondLst>
                              <p:cond delay="600"/>
                            </p:stCondLst>
                            <p:childTnLst>
                              <p:par>
                                <p:cTn id="10" presetID="10"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p:stCondLst>
                              <p:cond delay="16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5" name="Google Shape;2972;p67"/>
          <p:cNvSpPr txBox="1">
            <a:spLocks noGrp="1"/>
          </p:cNvSpPr>
          <p:nvPr>
            <p:ph type="title"/>
          </p:nvPr>
        </p:nvSpPr>
        <p:spPr>
          <a:xfrm>
            <a:off x="373054" y="0"/>
            <a:ext cx="8034026" cy="1325100"/>
          </a:xfrm>
          <a:prstGeom prst="rect">
            <a:avLst/>
          </a:prstGeom>
        </p:spPr>
        <p:txBody>
          <a:bodyPr spcFirstLastPara="1" wrap="square" lIns="91425" tIns="91425" rIns="91425" bIns="91425" anchor="t" anchorCtr="0">
            <a:noAutofit/>
          </a:bodyPr>
          <a:lstStyle/>
          <a:p>
            <a:pPr lvl="0"/>
            <a:r>
              <a:rPr lang="en-US" sz="4000" dirty="0"/>
              <a:t>Mini game </a:t>
            </a:r>
            <a:r>
              <a:rPr lang="en-US" sz="4000" dirty="0" smtClean="0"/>
              <a:t>2</a:t>
            </a:r>
            <a:endParaRPr sz="1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297" y="1626500"/>
            <a:ext cx="5926560" cy="1577946"/>
          </a:xfrm>
          <a:prstGeom prst="rect">
            <a:avLst/>
          </a:prstGeom>
        </p:spPr>
      </p:pic>
      <p:sp>
        <p:nvSpPr>
          <p:cNvPr id="7" name="Google Shape;3209;p76"/>
          <p:cNvSpPr txBox="1">
            <a:spLocks/>
          </p:cNvSpPr>
          <p:nvPr/>
        </p:nvSpPr>
        <p:spPr>
          <a:xfrm>
            <a:off x="2315210" y="3499145"/>
            <a:ext cx="6229432" cy="1569863"/>
          </a:xfrm>
          <a:prstGeom prst="rect">
            <a:avLst/>
          </a:prstGeom>
          <a:noFill/>
          <a:ln w="31750">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1pPr>
            <a:lvl2pPr marL="914400" marR="0" lvl="1"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2pPr>
            <a:lvl3pPr marL="1371600" marR="0" lvl="2"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3pPr>
            <a:lvl4pPr marL="1828800" marR="0" lvl="3"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4pPr>
            <a:lvl5pPr marL="2286000" marR="0" lvl="4"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5pPr>
            <a:lvl6pPr marL="2743200" marR="0" lvl="5"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6pPr>
            <a:lvl7pPr marL="3200400" marR="0" lvl="6"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7pPr>
            <a:lvl8pPr marL="3657600" marR="0" lvl="7"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8pPr>
            <a:lvl9pPr marL="4114800" marR="0" lvl="8"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9pPr>
          </a:lstStyle>
          <a:p>
            <a:pPr marL="0" indent="0" algn="l">
              <a:spcAft>
                <a:spcPts val="1200"/>
              </a:spcAft>
            </a:pPr>
            <a:endParaRPr lang="en-AU" sz="2000" dirty="0" smtClean="0">
              <a:solidFill>
                <a:schemeClr val="tx1"/>
              </a:solidFill>
            </a:endParaRPr>
          </a:p>
        </p:txBody>
      </p:sp>
      <p:sp>
        <p:nvSpPr>
          <p:cNvPr id="6" name="Google Shape;3209;p76"/>
          <p:cNvSpPr txBox="1">
            <a:spLocks noGrp="1"/>
          </p:cNvSpPr>
          <p:nvPr>
            <p:ph type="subTitle" idx="1"/>
          </p:nvPr>
        </p:nvSpPr>
        <p:spPr>
          <a:xfrm>
            <a:off x="1458560" y="1373954"/>
            <a:ext cx="6078034" cy="3214230"/>
          </a:xfrm>
          <a:prstGeom prst="rect">
            <a:avLst/>
          </a:prstGeom>
          <a:ln w="31750">
            <a:solidFill>
              <a:schemeClr val="tx1"/>
            </a:solidFill>
          </a:ln>
        </p:spPr>
        <p:txBody>
          <a:bodyPr spcFirstLastPara="1" wrap="square" lIns="91425" tIns="91425" rIns="91425" bIns="91425" anchor="t" anchorCtr="0">
            <a:noAutofit/>
          </a:bodyPr>
          <a:lstStyle/>
          <a:p>
            <a:pPr marL="0" lvl="0" indent="0" algn="l">
              <a:spcAft>
                <a:spcPts val="1200"/>
              </a:spcAft>
            </a:pPr>
            <a:r>
              <a:rPr lang="en-US" altLang="zh-CN" sz="1800" dirty="0" smtClean="0">
                <a:solidFill>
                  <a:schemeClr val="tx1"/>
                </a:solidFill>
              </a:rPr>
              <a:t>Final logic</a:t>
            </a:r>
            <a:endParaRPr lang="en-US" altLang="zh-CN" sz="1800" dirty="0" smtClean="0">
              <a:solidFill>
                <a:schemeClr val="tx1"/>
              </a:solidFill>
            </a:endParaRPr>
          </a:p>
        </p:txBody>
      </p:sp>
      <p:pic>
        <p:nvPicPr>
          <p:cNvPr id="2" name="Picture 1"/>
          <p:cNvPicPr>
            <a:picLocks noChangeAspect="1"/>
          </p:cNvPicPr>
          <p:nvPr/>
        </p:nvPicPr>
        <p:blipFill>
          <a:blip r:embed="rId4"/>
          <a:stretch>
            <a:fillRect/>
          </a:stretch>
        </p:blipFill>
        <p:spPr>
          <a:xfrm>
            <a:off x="1769965" y="1854291"/>
            <a:ext cx="3819174" cy="2528557"/>
          </a:xfrm>
          <a:prstGeom prst="rect">
            <a:avLst/>
          </a:prstGeom>
        </p:spPr>
      </p:pic>
    </p:spTree>
    <p:extLst>
      <p:ext uri="{BB962C8B-B14F-4D97-AF65-F5344CB8AC3E}">
        <p14:creationId xmlns:p14="http://schemas.microsoft.com/office/powerpoint/2010/main" val="2691861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p:tgtEl>
                                          <p:spTgt spid="5"/>
                                        </p:tgtEl>
                                        <p:attrNameLst>
                                          <p:attrName>ppt_w</p:attrName>
                                        </p:attrNameLst>
                                      </p:cBhvr>
                                      <p:tavLst>
                                        <p:tav tm="0">
                                          <p:val>
                                            <p:strVal val="0"/>
                                          </p:val>
                                        </p:tav>
                                        <p:tav tm="100000">
                                          <p:val>
                                            <p:strVal val="#ppt_w"/>
                                          </p:val>
                                        </p:tav>
                                      </p:tavLst>
                                    </p:anim>
                                    <p:anim calcmode="lin" valueType="num">
                                      <p:cBhvr additive="base">
                                        <p:cTn id="8" dur="600"/>
                                        <p:tgtEl>
                                          <p:spTgt spid="5"/>
                                        </p:tgtEl>
                                        <p:attrNameLst>
                                          <p:attrName>ppt_h</p:attrName>
                                        </p:attrNameLst>
                                      </p:cBhvr>
                                      <p:tavLst>
                                        <p:tav tm="0">
                                          <p:val>
                                            <p:strVal val="0"/>
                                          </p:val>
                                        </p:tav>
                                        <p:tav tm="100000">
                                          <p:val>
                                            <p:strVal val="#ppt_h"/>
                                          </p:val>
                                        </p:tav>
                                      </p:tavLst>
                                    </p:anim>
                                  </p:childTnLst>
                                </p:cTn>
                              </p:par>
                            </p:childTnLst>
                          </p:cTn>
                        </p:par>
                        <p:par>
                          <p:cTn id="9" fill="hold">
                            <p:stCondLst>
                              <p:cond delay="600"/>
                            </p:stCondLst>
                            <p:childTnLst>
                              <p:par>
                                <p:cTn id="10" presetID="10"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p:stCondLst>
                              <p:cond delay="16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5" name="Google Shape;2972;p67"/>
          <p:cNvSpPr txBox="1">
            <a:spLocks noGrp="1"/>
          </p:cNvSpPr>
          <p:nvPr>
            <p:ph type="title"/>
          </p:nvPr>
        </p:nvSpPr>
        <p:spPr>
          <a:xfrm>
            <a:off x="373054" y="0"/>
            <a:ext cx="8034026" cy="1325100"/>
          </a:xfrm>
          <a:prstGeom prst="rect">
            <a:avLst/>
          </a:prstGeom>
        </p:spPr>
        <p:txBody>
          <a:bodyPr spcFirstLastPara="1" wrap="square" lIns="91425" tIns="91425" rIns="91425" bIns="91425" anchor="t" anchorCtr="0">
            <a:noAutofit/>
          </a:bodyPr>
          <a:lstStyle/>
          <a:p>
            <a:pPr lvl="0"/>
            <a:r>
              <a:rPr lang="en-US" sz="4000" dirty="0"/>
              <a:t>Mini game </a:t>
            </a:r>
            <a:r>
              <a:rPr lang="en-US" sz="4000" dirty="0" smtClean="0"/>
              <a:t>2</a:t>
            </a:r>
            <a:endParaRPr sz="1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26787" y="1671854"/>
            <a:ext cx="5926560" cy="1577946"/>
          </a:xfrm>
          <a:prstGeom prst="rect">
            <a:avLst/>
          </a:prstGeom>
        </p:spPr>
      </p:pic>
      <p:sp>
        <p:nvSpPr>
          <p:cNvPr id="7" name="Google Shape;3209;p76"/>
          <p:cNvSpPr txBox="1">
            <a:spLocks/>
          </p:cNvSpPr>
          <p:nvPr/>
        </p:nvSpPr>
        <p:spPr>
          <a:xfrm>
            <a:off x="2315210" y="3499145"/>
            <a:ext cx="6229432" cy="1569863"/>
          </a:xfrm>
          <a:prstGeom prst="rect">
            <a:avLst/>
          </a:prstGeom>
          <a:noFill/>
          <a:ln w="31750">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1pPr>
            <a:lvl2pPr marL="914400" marR="0" lvl="1"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2pPr>
            <a:lvl3pPr marL="1371600" marR="0" lvl="2"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3pPr>
            <a:lvl4pPr marL="1828800" marR="0" lvl="3"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4pPr>
            <a:lvl5pPr marL="2286000" marR="0" lvl="4"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5pPr>
            <a:lvl6pPr marL="2743200" marR="0" lvl="5"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6pPr>
            <a:lvl7pPr marL="3200400" marR="0" lvl="6"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7pPr>
            <a:lvl8pPr marL="3657600" marR="0" lvl="7"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8pPr>
            <a:lvl9pPr marL="4114800" marR="0" lvl="8"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9pPr>
          </a:lstStyle>
          <a:p>
            <a:pPr marL="0" indent="0" algn="l">
              <a:spcAft>
                <a:spcPts val="1200"/>
              </a:spcAft>
            </a:pPr>
            <a:endParaRPr lang="en-AU" sz="2000" dirty="0" smtClean="0">
              <a:solidFill>
                <a:schemeClr val="tx1"/>
              </a:solidFill>
            </a:endParaRPr>
          </a:p>
        </p:txBody>
      </p:sp>
      <p:sp>
        <p:nvSpPr>
          <p:cNvPr id="6" name="Google Shape;3209;p76"/>
          <p:cNvSpPr txBox="1">
            <a:spLocks noGrp="1"/>
          </p:cNvSpPr>
          <p:nvPr>
            <p:ph type="subTitle" idx="1"/>
          </p:nvPr>
        </p:nvSpPr>
        <p:spPr>
          <a:xfrm>
            <a:off x="1458560" y="1373954"/>
            <a:ext cx="6078034" cy="3214230"/>
          </a:xfrm>
          <a:prstGeom prst="rect">
            <a:avLst/>
          </a:prstGeom>
          <a:ln w="31750">
            <a:solidFill>
              <a:schemeClr val="tx1"/>
            </a:solidFill>
          </a:ln>
        </p:spPr>
        <p:txBody>
          <a:bodyPr spcFirstLastPara="1" wrap="square" lIns="91425" tIns="91425" rIns="91425" bIns="91425" anchor="t" anchorCtr="0">
            <a:noAutofit/>
          </a:bodyPr>
          <a:lstStyle/>
          <a:p>
            <a:pPr marL="0" lvl="0" indent="0" algn="l">
              <a:spcAft>
                <a:spcPts val="1200"/>
              </a:spcAft>
            </a:pPr>
            <a:r>
              <a:rPr lang="en-US" altLang="zh-CN" sz="1800" dirty="0" smtClean="0">
                <a:solidFill>
                  <a:schemeClr val="tx1"/>
                </a:solidFill>
              </a:rPr>
              <a:t>The python files for mini game 1 and 2 are uploaded on the repository. The homework for the holiday is to make mini game 3 on your own.</a:t>
            </a:r>
            <a:endParaRPr lang="en-US" altLang="zh-CN" sz="1800" dirty="0" smtClean="0">
              <a:solidFill>
                <a:schemeClr val="tx1"/>
              </a:solidFill>
            </a:endParaRPr>
          </a:p>
        </p:txBody>
      </p:sp>
    </p:spTree>
    <p:extLst>
      <p:ext uri="{BB962C8B-B14F-4D97-AF65-F5344CB8AC3E}">
        <p14:creationId xmlns:p14="http://schemas.microsoft.com/office/powerpoint/2010/main" val="23945937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p:tgtEl>
                                          <p:spTgt spid="5"/>
                                        </p:tgtEl>
                                        <p:attrNameLst>
                                          <p:attrName>ppt_w</p:attrName>
                                        </p:attrNameLst>
                                      </p:cBhvr>
                                      <p:tavLst>
                                        <p:tav tm="0">
                                          <p:val>
                                            <p:strVal val="0"/>
                                          </p:val>
                                        </p:tav>
                                        <p:tav tm="100000">
                                          <p:val>
                                            <p:strVal val="#ppt_w"/>
                                          </p:val>
                                        </p:tav>
                                      </p:tavLst>
                                    </p:anim>
                                    <p:anim calcmode="lin" valueType="num">
                                      <p:cBhvr additive="base">
                                        <p:cTn id="8" dur="600"/>
                                        <p:tgtEl>
                                          <p:spTgt spid="5"/>
                                        </p:tgtEl>
                                        <p:attrNameLst>
                                          <p:attrName>ppt_h</p:attrName>
                                        </p:attrNameLst>
                                      </p:cBhvr>
                                      <p:tavLst>
                                        <p:tav tm="0">
                                          <p:val>
                                            <p:strVal val="0"/>
                                          </p:val>
                                        </p:tav>
                                        <p:tav tm="100000">
                                          <p:val>
                                            <p:strVal val="#ppt_h"/>
                                          </p:val>
                                        </p:tav>
                                      </p:tavLst>
                                    </p:anim>
                                  </p:childTnLst>
                                </p:cTn>
                              </p:par>
                            </p:childTnLst>
                          </p:cTn>
                        </p:par>
                        <p:par>
                          <p:cTn id="9" fill="hold">
                            <p:stCondLst>
                              <p:cond delay="600"/>
                            </p:stCondLst>
                            <p:childTnLst>
                              <p:par>
                                <p:cTn id="10" presetID="10"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p:stCondLst>
                              <p:cond delay="16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87"/>
        <p:cNvGrpSpPr/>
        <p:nvPr/>
      </p:nvGrpSpPr>
      <p:grpSpPr>
        <a:xfrm>
          <a:off x="0" y="0"/>
          <a:ext cx="0" cy="0"/>
          <a:chOff x="0" y="0"/>
          <a:chExt cx="0" cy="0"/>
        </a:xfrm>
      </p:grpSpPr>
      <p:sp>
        <p:nvSpPr>
          <p:cNvPr id="5" name="Google Shape;2972;p67"/>
          <p:cNvSpPr txBox="1">
            <a:spLocks noGrp="1"/>
          </p:cNvSpPr>
          <p:nvPr>
            <p:ph type="title"/>
          </p:nvPr>
        </p:nvSpPr>
        <p:spPr>
          <a:xfrm>
            <a:off x="373054" y="0"/>
            <a:ext cx="8034026" cy="1325100"/>
          </a:xfrm>
          <a:prstGeom prst="rect">
            <a:avLst/>
          </a:prstGeom>
        </p:spPr>
        <p:txBody>
          <a:bodyPr spcFirstLastPara="1" wrap="square" lIns="91425" tIns="91425" rIns="91425" bIns="91425" anchor="t" anchorCtr="0">
            <a:noAutofit/>
          </a:bodyPr>
          <a:lstStyle/>
          <a:p>
            <a:pPr lvl="0"/>
            <a:r>
              <a:rPr lang="en-US" sz="4000" dirty="0"/>
              <a:t>Mini game 3</a:t>
            </a:r>
            <a:endParaRPr sz="1400" dirty="0"/>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34297" y="1626500"/>
            <a:ext cx="5926560" cy="1577946"/>
          </a:xfrm>
          <a:prstGeom prst="rect">
            <a:avLst/>
          </a:prstGeom>
        </p:spPr>
      </p:pic>
      <p:sp>
        <p:nvSpPr>
          <p:cNvPr id="7" name="Google Shape;3209;p76"/>
          <p:cNvSpPr txBox="1">
            <a:spLocks/>
          </p:cNvSpPr>
          <p:nvPr/>
        </p:nvSpPr>
        <p:spPr>
          <a:xfrm>
            <a:off x="2315210" y="3499145"/>
            <a:ext cx="6229432" cy="1569863"/>
          </a:xfrm>
          <a:prstGeom prst="rect">
            <a:avLst/>
          </a:prstGeom>
          <a:noFill/>
          <a:ln w="31750">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1pPr>
            <a:lvl2pPr marL="914400" marR="0" lvl="1"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2pPr>
            <a:lvl3pPr marL="1371600" marR="0" lvl="2"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3pPr>
            <a:lvl4pPr marL="1828800" marR="0" lvl="3"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4pPr>
            <a:lvl5pPr marL="2286000" marR="0" lvl="4"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5pPr>
            <a:lvl6pPr marL="2743200" marR="0" lvl="5"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6pPr>
            <a:lvl7pPr marL="3200400" marR="0" lvl="6"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7pPr>
            <a:lvl8pPr marL="3657600" marR="0" lvl="7"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8pPr>
            <a:lvl9pPr marL="4114800" marR="0" lvl="8" indent="-317500" algn="ctr" rtl="0">
              <a:lnSpc>
                <a:spcPct val="100000"/>
              </a:lnSpc>
              <a:spcBef>
                <a:spcPts val="0"/>
              </a:spcBef>
              <a:spcAft>
                <a:spcPts val="0"/>
              </a:spcAft>
              <a:buClr>
                <a:schemeClr val="dk2"/>
              </a:buClr>
              <a:buSzPts val="1400"/>
              <a:buFont typeface="Didact Gothic"/>
              <a:buNone/>
              <a:defRPr sz="1400" b="0" i="0" u="none" strike="noStrike" cap="none">
                <a:solidFill>
                  <a:schemeClr val="dk2"/>
                </a:solidFill>
                <a:latin typeface="Didact Gothic"/>
                <a:ea typeface="Didact Gothic"/>
                <a:cs typeface="Didact Gothic"/>
                <a:sym typeface="Didact Gothic"/>
              </a:defRPr>
            </a:lvl9pPr>
          </a:lstStyle>
          <a:p>
            <a:pPr marL="0" indent="0" algn="l">
              <a:spcAft>
                <a:spcPts val="1200"/>
              </a:spcAft>
            </a:pPr>
            <a:endParaRPr lang="en-AU" sz="2000" dirty="0" smtClean="0">
              <a:solidFill>
                <a:schemeClr val="tx1"/>
              </a:solidFill>
            </a:endParaRPr>
          </a:p>
        </p:txBody>
      </p:sp>
      <p:sp>
        <p:nvSpPr>
          <p:cNvPr id="6" name="Google Shape;3209;p76"/>
          <p:cNvSpPr txBox="1">
            <a:spLocks noGrp="1"/>
          </p:cNvSpPr>
          <p:nvPr>
            <p:ph type="subTitle" idx="1"/>
          </p:nvPr>
        </p:nvSpPr>
        <p:spPr>
          <a:xfrm>
            <a:off x="1458560" y="1373954"/>
            <a:ext cx="6078034" cy="3214230"/>
          </a:xfrm>
          <a:prstGeom prst="rect">
            <a:avLst/>
          </a:prstGeom>
          <a:ln w="31750">
            <a:solidFill>
              <a:schemeClr val="tx1"/>
            </a:solidFill>
          </a:ln>
        </p:spPr>
        <p:txBody>
          <a:bodyPr spcFirstLastPara="1" wrap="square" lIns="91425" tIns="91425" rIns="91425" bIns="91425" anchor="t" anchorCtr="0">
            <a:noAutofit/>
          </a:bodyPr>
          <a:lstStyle/>
          <a:p>
            <a:pPr marL="0" lvl="0" indent="0" algn="l">
              <a:spcAft>
                <a:spcPts val="1200"/>
              </a:spcAft>
            </a:pPr>
            <a:r>
              <a:rPr lang="en-US" altLang="zh-CN" sz="1800" dirty="0" smtClean="0">
                <a:solidFill>
                  <a:schemeClr val="tx1"/>
                </a:solidFill>
              </a:rPr>
              <a:t>Rock Paper Scissors</a:t>
            </a:r>
          </a:p>
          <a:p>
            <a:pPr marL="0" lvl="0" indent="0" algn="l">
              <a:spcAft>
                <a:spcPts val="1200"/>
              </a:spcAft>
            </a:pPr>
            <a:endParaRPr lang="en-US" altLang="zh-CN" sz="1800" dirty="0">
              <a:solidFill>
                <a:schemeClr val="tx1"/>
              </a:solidFill>
            </a:endParaRPr>
          </a:p>
          <a:p>
            <a:pPr marL="0" lvl="0" indent="0" algn="l">
              <a:spcAft>
                <a:spcPts val="1200"/>
              </a:spcAft>
            </a:pPr>
            <a:r>
              <a:rPr lang="en-US" altLang="zh-CN" sz="1800" dirty="0" smtClean="0">
                <a:solidFill>
                  <a:schemeClr val="tx1"/>
                </a:solidFill>
              </a:rPr>
              <a:t>The computer plays rock paper scissors with you</a:t>
            </a:r>
            <a:r>
              <a:rPr lang="en-US" altLang="zh-CN" sz="1800" dirty="0" smtClean="0">
                <a:solidFill>
                  <a:schemeClr val="tx1"/>
                </a:solidFill>
              </a:rPr>
              <a:t>. The program simulates one turn of rock paper scissors, and prints if the player wins or loses after the player makes their move.</a:t>
            </a:r>
            <a:endParaRPr lang="en-US" altLang="zh-CN" sz="1800" dirty="0" smtClean="0">
              <a:solidFill>
                <a:schemeClr val="tx1"/>
              </a:solidFill>
            </a:endParaRPr>
          </a:p>
        </p:txBody>
      </p:sp>
    </p:spTree>
    <p:extLst>
      <p:ext uri="{BB962C8B-B14F-4D97-AF65-F5344CB8AC3E}">
        <p14:creationId xmlns:p14="http://schemas.microsoft.com/office/powerpoint/2010/main" val="40704490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600"/>
                                        <p:tgtEl>
                                          <p:spTgt spid="5"/>
                                        </p:tgtEl>
                                        <p:attrNameLst>
                                          <p:attrName>ppt_w</p:attrName>
                                        </p:attrNameLst>
                                      </p:cBhvr>
                                      <p:tavLst>
                                        <p:tav tm="0">
                                          <p:val>
                                            <p:strVal val="0"/>
                                          </p:val>
                                        </p:tav>
                                        <p:tav tm="100000">
                                          <p:val>
                                            <p:strVal val="#ppt_w"/>
                                          </p:val>
                                        </p:tav>
                                      </p:tavLst>
                                    </p:anim>
                                    <p:anim calcmode="lin" valueType="num">
                                      <p:cBhvr additive="base">
                                        <p:cTn id="8" dur="600"/>
                                        <p:tgtEl>
                                          <p:spTgt spid="5"/>
                                        </p:tgtEl>
                                        <p:attrNameLst>
                                          <p:attrName>ppt_h</p:attrName>
                                        </p:attrNameLst>
                                      </p:cBhvr>
                                      <p:tavLst>
                                        <p:tav tm="0">
                                          <p:val>
                                            <p:strVal val="0"/>
                                          </p:val>
                                        </p:tav>
                                        <p:tav tm="100000">
                                          <p:val>
                                            <p:strVal val="#ppt_h"/>
                                          </p:val>
                                        </p:tav>
                                      </p:tavLst>
                                    </p:anim>
                                  </p:childTnLst>
                                </p:cTn>
                              </p:par>
                            </p:childTnLst>
                          </p:cTn>
                        </p:par>
                        <p:par>
                          <p:cTn id="9" fill="hold">
                            <p:stCondLst>
                              <p:cond delay="600"/>
                            </p:stCondLst>
                            <p:childTnLst>
                              <p:par>
                                <p:cTn id="10" presetID="10" presetClass="entr" presetSubtype="0" fill="hold" nodeType="after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childTnLst>
                                </p:cTn>
                              </p:par>
                            </p:childTnLst>
                          </p:cTn>
                        </p:par>
                        <p:par>
                          <p:cTn id="13" fill="hold">
                            <p:stCondLst>
                              <p:cond delay="1600"/>
                            </p:stCondLst>
                            <p:childTnLst>
                              <p:par>
                                <p:cTn id="14" presetID="10" presetClass="entr" presetSubtype="0" fill="hold" nodeType="after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fade">
                                      <p:cBhvr>
                                        <p:cTn id="16"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Giant Doodles Newsletter by Slidesgo">
  <a:themeElements>
    <a:clrScheme name="Simple Light">
      <a:dk1>
        <a:srgbClr val="002969"/>
      </a:dk1>
      <a:lt1>
        <a:srgbClr val="FFFFFF"/>
      </a:lt1>
      <a:dk2>
        <a:srgbClr val="698A9D"/>
      </a:dk2>
      <a:lt2>
        <a:srgbClr val="EEEEEE"/>
      </a:lt2>
      <a:accent1>
        <a:srgbClr val="FE98B0"/>
      </a:accent1>
      <a:accent2>
        <a:srgbClr val="12B6C2"/>
      </a:accent2>
      <a:accent3>
        <a:srgbClr val="9DDDD1"/>
      </a:accent3>
      <a:accent4>
        <a:srgbClr val="F67A62"/>
      </a:accent4>
      <a:accent5>
        <a:srgbClr val="FFC6BB"/>
      </a:accent5>
      <a:accent6>
        <a:srgbClr val="FECE5F"/>
      </a:accent6>
      <a:hlink>
        <a:srgbClr val="00296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3271</TotalTime>
  <Words>287</Words>
  <Application>Microsoft Office PowerPoint</Application>
  <PresentationFormat>On-screen Show (16:9)</PresentationFormat>
  <Paragraphs>34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Amatic SC</vt:lpstr>
      <vt:lpstr>Didact Gothic</vt:lpstr>
      <vt:lpstr>Arial</vt:lpstr>
      <vt:lpstr>Giant Doodles Newsletter by Slidesgo</vt:lpstr>
      <vt:lpstr>Python week 9</vt:lpstr>
      <vt:lpstr>Mini game 1</vt:lpstr>
      <vt:lpstr>Mini game 1</vt:lpstr>
      <vt:lpstr>Mini game 1</vt:lpstr>
      <vt:lpstr>Mini game 1</vt:lpstr>
      <vt:lpstr>Mini game 1</vt:lpstr>
      <vt:lpstr>Mini game 2</vt:lpstr>
      <vt:lpstr>Mini game 2</vt:lpstr>
      <vt:lpstr>Mini game 2</vt:lpstr>
      <vt:lpstr>Mini game 2</vt:lpstr>
      <vt:lpstr>Mini game 2</vt:lpstr>
      <vt:lpstr>Mini game 2</vt:lpstr>
      <vt:lpstr>Mini game 2</vt:lpstr>
      <vt:lpstr>Mini game 3</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 week 8</dc:title>
  <cp:lastModifiedBy>Steven Gao</cp:lastModifiedBy>
  <cp:revision>64</cp:revision>
  <dcterms:modified xsi:type="dcterms:W3CDTF">2026-09-19T04:06:02Z</dcterms:modified>
</cp:coreProperties>
</file>